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l-G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  <a:fill>
          <a:solidFill>
            <a:schemeClr val="accent2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8A107856-5554-42FB-B03E-39F5DBC370BA}" styleName="Medium Style 4 - Accent 2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accent2"/>
              </a:solidFill>
            </a:ln>
          </a:left>
          <a:right>
            <a:ln w="12700">
              <a:solidFill>
                <a:schemeClr val="accent2"/>
              </a:solidFill>
            </a:ln>
          </a:right>
          <a:top>
            <a:ln w="12700">
              <a:solidFill>
                <a:schemeClr val="accent2"/>
              </a:solidFill>
            </a:ln>
          </a:top>
          <a:bottom>
            <a:ln w="12700">
              <a:solidFill>
                <a:schemeClr val="accent2"/>
              </a:solidFill>
            </a:ln>
          </a:bottom>
          <a:insideH>
            <a:ln w="12700">
              <a:solidFill>
                <a:schemeClr val="accent2"/>
              </a:solidFill>
            </a:ln>
          </a:insideH>
          <a:insideV>
            <a:ln w="12700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  <a:fill>
          <a:solidFill>
            <a:schemeClr val="accent2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accent2"/>
              </a:solidFill>
            </a:ln>
          </a:bottom>
        </a:tcBdr>
        <a:fill>
          <a:solidFill>
            <a:schemeClr val="accent2">
              <a:tint val="20000"/>
            </a:schemeClr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946430" name="Θέση κεφαλίδας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2020322773" name="Θέση ημερομηνίας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l-GR"/>
              <a:t>10/30/2013</a:t>
            </a:fld>
            <a:endParaRPr lang="el-GR"/>
          </a:p>
        </p:txBody>
      </p:sp>
      <p:sp>
        <p:nvSpPr>
          <p:cNvPr id="641952175" name="Θέση εικόνας διαφανειών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l-GR"/>
          </a:p>
        </p:txBody>
      </p:sp>
      <p:sp>
        <p:nvSpPr>
          <p:cNvPr id="920711529" name="Θέση σημειώσεις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l-GR"/>
              <a:t>Στυλ υποδείγματος κειμένου</a:t>
            </a:r>
            <a:endParaRPr/>
          </a:p>
          <a:p>
            <a:pPr lvl="1">
              <a:defRPr/>
            </a:pPr>
            <a:r>
              <a:rPr lang="el-GR"/>
              <a:t>Δεύτερου επιπέδου</a:t>
            </a:r>
            <a:endParaRPr/>
          </a:p>
          <a:p>
            <a:pPr lvl="2">
              <a:defRPr/>
            </a:pPr>
            <a:r>
              <a:rPr lang="el-GR"/>
              <a:t>Τρίτου επιπέδου</a:t>
            </a:r>
            <a:endParaRPr/>
          </a:p>
          <a:p>
            <a:pPr lvl="3">
              <a:defRPr/>
            </a:pPr>
            <a:r>
              <a:rPr lang="el-GR"/>
              <a:t>Τέταρτου επιπέδου</a:t>
            </a:r>
            <a:endParaRPr/>
          </a:p>
          <a:p>
            <a:pPr lvl="4">
              <a:defRPr/>
            </a:pPr>
            <a:r>
              <a:rPr lang="el-GR"/>
              <a:t>Πέμπτου επιπέδου</a:t>
            </a:r>
            <a:endParaRPr lang="el-GR"/>
          </a:p>
        </p:txBody>
      </p:sp>
      <p:sp>
        <p:nvSpPr>
          <p:cNvPr id="1538285982" name="Θέση υποσέλιδου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1027473232" name="Θέση αριθμού διαφάνειας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l-GR"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84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472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144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07FF8D-C805-CD9D-C51B-22AF87DD42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5173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4165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112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ACFA66-89EA-03E5-CFFD-573365ABF1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495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3810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819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195F1B-FAD7-1452-7DF2-454E502EAB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5925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8397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074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F98F32-0968-A6C0-482C-925FF35361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541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65545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588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8C89-B617-F1CA-B71C-C584098BFF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5833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938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095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656C68-10A1-1DBE-02C6-063E651CD2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165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8446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902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3F15C4-99C3-9F78-3F63-89589B9A5D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40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7669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822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283603-49AB-C130-4EDE-AFCFC1E7F5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141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5322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865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6FC23B-4E48-B45C-82A2-2C38785DE9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6475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68724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795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A03115-DC3E-EF37-7FC6-2A285792F5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38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120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194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D46736-530E-AC31-2608-053BE5E13A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315026" name=""/>
          <p:cNvSpPr/>
          <p:nvPr/>
        </p:nvSpPr>
        <p:spPr bwMode="auto">
          <a:xfrm rot="0" flipH="0" flipV="0">
            <a:off x="1970685" y="209796"/>
            <a:ext cx="2748640" cy="265339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rgbClr val="FFFFFF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630238" name=""/>
          <p:cNvSpPr/>
          <p:nvPr/>
        </p:nvSpPr>
        <p:spPr bwMode="auto">
          <a:xfrm rot="10799989">
            <a:off x="291375" y="222457"/>
            <a:ext cx="1605640" cy="1605640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28000">
                <a:schemeClr val="accent2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698335929" name=""/>
          <p:cNvSpPr/>
          <p:nvPr/>
        </p:nvSpPr>
        <p:spPr bwMode="auto">
          <a:xfrm rot="0" flipH="0" flipV="0">
            <a:off x="3027109" y="1125995"/>
            <a:ext cx="635791" cy="635791"/>
          </a:xfrm>
          <a:prstGeom prst="flowChartConnector">
            <a:avLst/>
          </a:prstGeom>
          <a:solidFill>
            <a:schemeClr val="accent2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905301442" name=""/>
          <p:cNvGrpSpPr/>
          <p:nvPr/>
        </p:nvGrpSpPr>
        <p:grpSpPr bwMode="auto">
          <a:xfrm>
            <a:off x="307038" y="2024163"/>
            <a:ext cx="659542" cy="861221"/>
            <a:chOff x="0" y="0"/>
            <a:chExt cx="659542" cy="861221"/>
          </a:xfrm>
        </p:grpSpPr>
        <p:sp>
          <p:nvSpPr>
            <p:cNvPr id="521860164" name=""/>
            <p:cNvSpPr/>
            <p:nvPr/>
          </p:nvSpPr>
          <p:spPr bwMode="auto">
            <a:xfrm rot="0" flipH="0" flipV="0">
              <a:off x="0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2006179" name=""/>
            <p:cNvSpPr/>
            <p:nvPr/>
          </p:nvSpPr>
          <p:spPr bwMode="auto">
            <a:xfrm rot="0" flipH="0" flipV="0">
              <a:off x="187632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50588770" name=""/>
            <p:cNvSpPr/>
            <p:nvPr/>
          </p:nvSpPr>
          <p:spPr bwMode="auto">
            <a:xfrm rot="0" flipH="0" flipV="0">
              <a:off x="375265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346830" name=""/>
            <p:cNvSpPr/>
            <p:nvPr/>
          </p:nvSpPr>
          <p:spPr bwMode="auto">
            <a:xfrm rot="0" flipH="0" flipV="0">
              <a:off x="562900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625362144" name=""/>
          <p:cNvGrpSpPr/>
          <p:nvPr/>
        </p:nvGrpSpPr>
        <p:grpSpPr bwMode="auto">
          <a:xfrm rot="5399976">
            <a:off x="1204484" y="2024163"/>
            <a:ext cx="659542" cy="861221"/>
            <a:chOff x="0" y="0"/>
            <a:chExt cx="659542" cy="861221"/>
          </a:xfrm>
        </p:grpSpPr>
        <p:sp>
          <p:nvSpPr>
            <p:cNvPr id="1082185037" name=""/>
            <p:cNvSpPr/>
            <p:nvPr/>
          </p:nvSpPr>
          <p:spPr bwMode="auto">
            <a:xfrm rot="0" flipH="0" flipV="0">
              <a:off x="0" y="0"/>
              <a:ext cx="96642" cy="861221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92012307" name=""/>
            <p:cNvSpPr/>
            <p:nvPr/>
          </p:nvSpPr>
          <p:spPr bwMode="auto">
            <a:xfrm rot="0" flipH="0" flipV="0">
              <a:off x="187632" y="0"/>
              <a:ext cx="96642" cy="861221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20733275" name=""/>
            <p:cNvSpPr/>
            <p:nvPr/>
          </p:nvSpPr>
          <p:spPr bwMode="auto">
            <a:xfrm rot="0" flipH="0" flipV="0">
              <a:off x="375265" y="0"/>
              <a:ext cx="96642" cy="861221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5757878" name=""/>
            <p:cNvSpPr/>
            <p:nvPr/>
          </p:nvSpPr>
          <p:spPr bwMode="auto">
            <a:xfrm rot="0" flipH="0" flipV="0">
              <a:off x="562900" y="0"/>
              <a:ext cx="96642" cy="861221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78875839" name=""/>
          <p:cNvSpPr/>
          <p:nvPr/>
        </p:nvSpPr>
        <p:spPr bwMode="auto">
          <a:xfrm>
            <a:off x="5242249" y="222457"/>
            <a:ext cx="802818" cy="802818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328327617" name=""/>
          <p:cNvSpPr/>
          <p:nvPr/>
        </p:nvSpPr>
        <p:spPr bwMode="auto">
          <a:xfrm rot="5399976" flipH="0" flipV="0">
            <a:off x="2572961" y="1851323"/>
            <a:ext cx="390027" cy="336231"/>
          </a:xfrm>
          <a:prstGeom prst="triangle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067715" name=""/>
          <p:cNvSpPr/>
          <p:nvPr/>
        </p:nvSpPr>
        <p:spPr bwMode="auto">
          <a:xfrm rot="8486456" flipH="1" flipV="1">
            <a:off x="2037721" y="3286467"/>
            <a:ext cx="1460508" cy="1409895"/>
          </a:xfrm>
          <a:prstGeom prst="blockArc">
            <a:avLst>
              <a:gd name="adj1" fmla="val 10827061"/>
              <a:gd name="adj2" fmla="val 0"/>
              <a:gd name="adj3" fmla="val 39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4092195" name=""/>
          <p:cNvSpPr/>
          <p:nvPr/>
        </p:nvSpPr>
        <p:spPr bwMode="auto">
          <a:xfrm rot="0" flipH="0" flipV="0">
            <a:off x="2505207" y="3718454"/>
            <a:ext cx="353783" cy="353783"/>
          </a:xfrm>
          <a:prstGeom prst="flowChartConnector">
            <a:avLst/>
          </a:prstGeom>
          <a:solidFill>
            <a:schemeClr val="accent2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627578" name=""/>
          <p:cNvSpPr/>
          <p:nvPr/>
        </p:nvSpPr>
        <p:spPr bwMode="auto">
          <a:xfrm rot="0" flipH="0" flipV="0">
            <a:off x="8195598" y="222457"/>
            <a:ext cx="1442354" cy="1442354"/>
          </a:xfrm>
          <a:prstGeom prst="flowChartConnector">
            <a:avLst/>
          </a:prstGeom>
          <a:gradFill>
            <a:gsLst>
              <a:gs pos="4000">
                <a:schemeClr val="accent2">
                  <a:lumMod val="60000"/>
                  <a:lumOff val="4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5866623" name=""/>
          <p:cNvSpPr/>
          <p:nvPr/>
        </p:nvSpPr>
        <p:spPr bwMode="auto">
          <a:xfrm rot="13129717" flipH="0" flipV="1">
            <a:off x="9942015" y="401460"/>
            <a:ext cx="2235528" cy="1159272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99999"/>
                </a:schemeClr>
              </a:gs>
              <a:gs pos="21000">
                <a:schemeClr val="accent1">
                  <a:lumMod val="60000"/>
                  <a:lumOff val="40000"/>
                  <a:alpha val="99999"/>
                </a:schemeClr>
              </a:gs>
              <a:gs pos="84000">
                <a:schemeClr val="bg1">
                  <a:lumMod val="95000"/>
                  <a:alpha val="99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3993482" name=""/>
          <p:cNvSpPr/>
          <p:nvPr/>
        </p:nvSpPr>
        <p:spPr bwMode="auto">
          <a:xfrm>
            <a:off x="9508566" y="4164417"/>
            <a:ext cx="2354032" cy="2393371"/>
          </a:xfrm>
          <a:custGeom>
            <a:avLst/>
            <a:gdLst/>
            <a:ahLst/>
            <a:cxnLst/>
            <a:rect l="0" t="0" r="r" b="b"/>
            <a:pathLst>
              <a:path w="2354035" h="2393374" fill="norm" stroke="1" extrusionOk="0">
                <a:moveTo>
                  <a:pt x="748391" y="802821"/>
                </a:moveTo>
                <a:cubicBezTo>
                  <a:pt x="748391" y="802821"/>
                  <a:pt x="1551214" y="802821"/>
                  <a:pt x="1551214" y="802821"/>
                </a:cubicBezTo>
                <a:cubicBezTo>
                  <a:pt x="1551214" y="802821"/>
                  <a:pt x="1551214" y="0"/>
                  <a:pt x="1551214" y="0"/>
                </a:cubicBezTo>
                <a:cubicBezTo>
                  <a:pt x="1551214" y="0"/>
                  <a:pt x="2354035" y="0"/>
                  <a:pt x="2354035" y="0"/>
                </a:cubicBezTo>
                <a:cubicBezTo>
                  <a:pt x="2354035" y="0"/>
                  <a:pt x="2354035" y="2393374"/>
                  <a:pt x="2354035" y="2393374"/>
                </a:cubicBezTo>
                <a:cubicBezTo>
                  <a:pt x="2354035" y="2393374"/>
                  <a:pt x="0" y="2393374"/>
                  <a:pt x="0" y="2393374"/>
                </a:cubicBezTo>
                <a:cubicBezTo>
                  <a:pt x="0" y="2393374"/>
                  <a:pt x="0" y="1590552"/>
                  <a:pt x="0" y="1590552"/>
                </a:cubicBezTo>
                <a:cubicBezTo>
                  <a:pt x="0" y="1590552"/>
                  <a:pt x="748391" y="1590552"/>
                  <a:pt x="748391" y="1590552"/>
                </a:cubicBezTo>
                <a:cubicBezTo>
                  <a:pt x="748391" y="1590552"/>
                  <a:pt x="748391" y="802821"/>
                  <a:pt x="748391" y="802821"/>
                </a:cubicBezTo>
                <a:close/>
              </a:path>
            </a:pathLst>
          </a:custGeom>
          <a:gradFill>
            <a:gsLst>
              <a:gs pos="7000">
                <a:schemeClr val="accent2">
                  <a:lumMod val="60000"/>
                  <a:lumOff val="40000"/>
                </a:schemeClr>
              </a:gs>
              <a:gs pos="27000">
                <a:schemeClr val="accent1">
                  <a:lumMod val="40000"/>
                  <a:lumOff val="60000"/>
                </a:schemeClr>
              </a:gs>
              <a:gs pos="67000">
                <a:schemeClr val="bg1">
                  <a:lumMod val="95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140617529" name=""/>
          <p:cNvSpPr/>
          <p:nvPr/>
        </p:nvSpPr>
        <p:spPr bwMode="auto">
          <a:xfrm rot="8486456" flipH="0" flipV="0">
            <a:off x="8135427" y="3180843"/>
            <a:ext cx="2174706" cy="2099344"/>
          </a:xfrm>
          <a:prstGeom prst="blockArc">
            <a:avLst>
              <a:gd name="adj1" fmla="val 10827061"/>
              <a:gd name="adj2" fmla="val 0"/>
              <a:gd name="adj3" fmla="val 39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090249" name=""/>
          <p:cNvSpPr/>
          <p:nvPr/>
        </p:nvSpPr>
        <p:spPr bwMode="auto">
          <a:xfrm>
            <a:off x="11059779" y="2885386"/>
            <a:ext cx="802818" cy="802818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1719084532" name=""/>
          <p:cNvGrpSpPr/>
          <p:nvPr/>
        </p:nvGrpSpPr>
        <p:grpSpPr bwMode="auto">
          <a:xfrm>
            <a:off x="8638664" y="3694698"/>
            <a:ext cx="711786" cy="700473"/>
            <a:chOff x="0" y="0"/>
            <a:chExt cx="711786" cy="700473"/>
          </a:xfrm>
        </p:grpSpPr>
        <p:sp>
          <p:nvSpPr>
            <p:cNvPr id="1000964207" name=""/>
            <p:cNvSpPr/>
            <p:nvPr/>
          </p:nvSpPr>
          <p:spPr bwMode="auto">
            <a:xfrm rot="0" flipH="0" flipV="0">
              <a:off x="0" y="0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31015345" name=""/>
            <p:cNvSpPr/>
            <p:nvPr/>
          </p:nvSpPr>
          <p:spPr bwMode="auto">
            <a:xfrm rot="0" flipH="0" flipV="0">
              <a:off x="254126" y="0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4607237" name=""/>
            <p:cNvSpPr/>
            <p:nvPr/>
          </p:nvSpPr>
          <p:spPr bwMode="auto">
            <a:xfrm rot="0" flipH="0" flipV="0">
              <a:off x="508257" y="0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4930175" name=""/>
            <p:cNvSpPr/>
            <p:nvPr/>
          </p:nvSpPr>
          <p:spPr bwMode="auto">
            <a:xfrm rot="0" flipH="0" flipV="0">
              <a:off x="0" y="255039"/>
              <a:ext cx="203528" cy="203528"/>
            </a:xfrm>
            <a:prstGeom prst="flowChartConnector">
              <a:avLst/>
            </a:prstGeom>
            <a:solidFill>
              <a:schemeClr val="bg1"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19453364" name=""/>
            <p:cNvSpPr/>
            <p:nvPr/>
          </p:nvSpPr>
          <p:spPr bwMode="auto">
            <a:xfrm rot="0" flipH="0" flipV="0">
              <a:off x="254126" y="255039"/>
              <a:ext cx="203528" cy="203528"/>
            </a:xfrm>
            <a:prstGeom prst="flowChartConnector">
              <a:avLst/>
            </a:prstGeom>
            <a:solidFill>
              <a:schemeClr val="bg1"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40493026" name=""/>
            <p:cNvSpPr/>
            <p:nvPr/>
          </p:nvSpPr>
          <p:spPr bwMode="auto">
            <a:xfrm rot="0" flipH="0" flipV="0">
              <a:off x="508257" y="255039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8603972" name=""/>
            <p:cNvSpPr/>
            <p:nvPr/>
          </p:nvSpPr>
          <p:spPr bwMode="auto">
            <a:xfrm rot="0" flipH="0" flipV="0">
              <a:off x="0" y="496944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52838131" name=""/>
            <p:cNvSpPr/>
            <p:nvPr/>
          </p:nvSpPr>
          <p:spPr bwMode="auto">
            <a:xfrm rot="0" flipH="0" flipV="0">
              <a:off x="254126" y="496944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26300459" name=""/>
            <p:cNvSpPr/>
            <p:nvPr/>
          </p:nvSpPr>
          <p:spPr bwMode="auto">
            <a:xfrm rot="0" flipH="0" flipV="0">
              <a:off x="508257" y="496944"/>
              <a:ext cx="203528" cy="203528"/>
            </a:xfrm>
            <a:prstGeom prst="flowChartConnector">
              <a:avLst/>
            </a:prstGeom>
            <a:solidFill>
              <a:schemeClr val="bg1"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831716529" name=""/>
          <p:cNvSpPr/>
          <p:nvPr/>
        </p:nvSpPr>
        <p:spPr bwMode="auto">
          <a:xfrm rot="5399976" flipH="0" flipV="0">
            <a:off x="10189793" y="1736131"/>
            <a:ext cx="1117705" cy="1180800"/>
          </a:xfrm>
          <a:prstGeom prst="triangle">
            <a:avLst>
              <a:gd name="adj" fmla="val 50000"/>
            </a:avLst>
          </a:prstGeom>
          <a:gradFill>
            <a:gsLst>
              <a:gs pos="27000">
                <a:schemeClr val="accent2">
                  <a:lumMod val="60000"/>
                  <a:lumOff val="40000"/>
                  <a:alpha val="99000"/>
                </a:schemeClr>
              </a:gs>
              <a:gs pos="80000">
                <a:schemeClr val="accent1">
                  <a:lumMod val="20000"/>
                  <a:lumOff val="80000"/>
                  <a:alpha val="99000"/>
                </a:schemeClr>
              </a:gs>
              <a:gs pos="99000">
                <a:schemeClr val="bg1">
                  <a:lumMod val="95000"/>
                  <a:alpha val="99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963589201" name=""/>
          <p:cNvGrpSpPr/>
          <p:nvPr/>
        </p:nvGrpSpPr>
        <p:grpSpPr bwMode="auto">
          <a:xfrm flipH="0" flipV="0">
            <a:off x="7089372" y="1824426"/>
            <a:ext cx="895051" cy="423612"/>
            <a:chOff x="0" y="0"/>
            <a:chExt cx="895051" cy="423612"/>
          </a:xfrm>
        </p:grpSpPr>
        <p:sp>
          <p:nvSpPr>
            <p:cNvPr id="1183328835" name=""/>
            <p:cNvSpPr/>
            <p:nvPr/>
          </p:nvSpPr>
          <p:spPr bwMode="auto">
            <a:xfrm rot="5399976" flipH="0" flipV="0">
              <a:off x="11954" y="-11954"/>
              <a:ext cx="423612" cy="447525"/>
            </a:xfrm>
            <a:prstGeom prst="triangle">
              <a:avLst>
                <a:gd name="adj" fmla="val 50000"/>
              </a:avLst>
            </a:prstGeom>
            <a:gradFill>
              <a:gsLst>
                <a:gs pos="15000">
                  <a:schemeClr val="bg1">
                    <a:lumMod val="95000"/>
                    <a:alpha val="99000"/>
                  </a:schemeClr>
                </a:gs>
                <a:gs pos="89000">
                  <a:schemeClr val="accent1">
                    <a:lumMod val="20000"/>
                    <a:lumOff val="80000"/>
                    <a:alpha val="99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3150553" name=""/>
            <p:cNvSpPr/>
            <p:nvPr/>
          </p:nvSpPr>
          <p:spPr bwMode="auto">
            <a:xfrm rot="5399976" flipH="1" flipV="1">
              <a:off x="459481" y="-11954"/>
              <a:ext cx="423612" cy="447525"/>
            </a:xfrm>
            <a:prstGeom prst="triangle">
              <a:avLst>
                <a:gd name="adj" fmla="val 50000"/>
              </a:avLst>
            </a:prstGeom>
            <a:gradFill>
              <a:gsLst>
                <a:gs pos="15000">
                  <a:schemeClr val="bg1">
                    <a:lumMod val="95000"/>
                    <a:alpha val="99000"/>
                  </a:schemeClr>
                </a:gs>
                <a:gs pos="89000">
                  <a:schemeClr val="accent1">
                    <a:lumMod val="20000"/>
                    <a:lumOff val="80000"/>
                    <a:alpha val="99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2033005598" name=""/>
          <p:cNvGrpSpPr/>
          <p:nvPr/>
        </p:nvGrpSpPr>
        <p:grpSpPr bwMode="auto">
          <a:xfrm>
            <a:off x="6929232" y="222457"/>
            <a:ext cx="659542" cy="861221"/>
            <a:chOff x="0" y="0"/>
            <a:chExt cx="659542" cy="861221"/>
          </a:xfrm>
        </p:grpSpPr>
        <p:sp>
          <p:nvSpPr>
            <p:cNvPr id="157598417" name=""/>
            <p:cNvSpPr/>
            <p:nvPr/>
          </p:nvSpPr>
          <p:spPr bwMode="auto">
            <a:xfrm rot="0" flipH="0" flipV="0">
              <a:off x="0" y="0"/>
              <a:ext cx="96642" cy="861221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5124137" name=""/>
            <p:cNvSpPr/>
            <p:nvPr/>
          </p:nvSpPr>
          <p:spPr bwMode="auto">
            <a:xfrm rot="0" flipH="0" flipV="0">
              <a:off x="187632" y="0"/>
              <a:ext cx="96642" cy="861221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4388081" name=""/>
            <p:cNvSpPr/>
            <p:nvPr/>
          </p:nvSpPr>
          <p:spPr bwMode="auto">
            <a:xfrm rot="0" flipH="0" flipV="0">
              <a:off x="375265" y="0"/>
              <a:ext cx="96642" cy="861221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95986356" name=""/>
            <p:cNvSpPr/>
            <p:nvPr/>
          </p:nvSpPr>
          <p:spPr bwMode="auto">
            <a:xfrm rot="0" flipH="0" flipV="0">
              <a:off x="562900" y="0"/>
              <a:ext cx="96642" cy="861221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324251549" name=""/>
          <p:cNvSpPr/>
          <p:nvPr/>
        </p:nvSpPr>
        <p:spPr bwMode="auto">
          <a:xfrm rot="0" flipH="0" flipV="0">
            <a:off x="9045888" y="1956586"/>
            <a:ext cx="353783" cy="353783"/>
          </a:xfrm>
          <a:prstGeom prst="flowChartConnector">
            <a:avLst/>
          </a:prstGeom>
          <a:solidFill>
            <a:schemeClr val="bg1"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300861" name=""/>
          <p:cNvSpPr/>
          <p:nvPr/>
        </p:nvSpPr>
        <p:spPr bwMode="auto">
          <a:xfrm rot="0" flipH="1" flipV="1">
            <a:off x="3809541" y="5385578"/>
            <a:ext cx="2235528" cy="1159272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99999"/>
                </a:schemeClr>
              </a:gs>
              <a:gs pos="21000">
                <a:schemeClr val="accent1">
                  <a:lumMod val="60000"/>
                  <a:lumOff val="40000"/>
                  <a:alpha val="99999"/>
                </a:schemeClr>
              </a:gs>
              <a:gs pos="84000">
                <a:schemeClr val="bg1">
                  <a:lumMod val="95000"/>
                  <a:alpha val="99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59615421" name=""/>
          <p:cNvSpPr/>
          <p:nvPr/>
        </p:nvSpPr>
        <p:spPr bwMode="auto">
          <a:xfrm rot="0" flipH="1" flipV="0">
            <a:off x="6354585" y="5398515"/>
            <a:ext cx="2371740" cy="1133399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914284" name=""/>
          <p:cNvSpPr/>
          <p:nvPr/>
        </p:nvSpPr>
        <p:spPr bwMode="auto">
          <a:xfrm rot="19961998" flipH="0" flipV="0">
            <a:off x="290316" y="4703727"/>
            <a:ext cx="1803429" cy="1803429"/>
          </a:xfrm>
          <a:prstGeom prst="flowChartConnector">
            <a:avLst/>
          </a:prstGeom>
          <a:gradFill>
            <a:gsLst>
              <a:gs pos="4000">
                <a:schemeClr val="accent2">
                  <a:lumMod val="60000"/>
                  <a:lumOff val="4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5978716" name=""/>
          <p:cNvSpPr/>
          <p:nvPr/>
        </p:nvSpPr>
        <p:spPr bwMode="auto">
          <a:xfrm rot="1274991" flipH="0" flipV="0">
            <a:off x="1076892" y="3896913"/>
            <a:ext cx="534999" cy="534999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bg1">
              <a:alpha val="96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604797191" name=""/>
          <p:cNvSpPr/>
          <p:nvPr/>
        </p:nvSpPr>
        <p:spPr bwMode="auto">
          <a:xfrm rot="5399976" flipH="0" flipV="0">
            <a:off x="2659594" y="5605443"/>
            <a:ext cx="856757" cy="856757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  <a:alpha val="60000"/>
                </a:schemeClr>
              </a:gs>
              <a:gs pos="51000">
                <a:schemeClr val="bg1">
                  <a:lumMod val="95000"/>
                  <a:alpha val="60000"/>
                </a:schemeClr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437422164" name=""/>
          <p:cNvSpPr/>
          <p:nvPr/>
        </p:nvSpPr>
        <p:spPr bwMode="auto">
          <a:xfrm rot="0" flipH="0" flipV="0">
            <a:off x="7947963" y="5361102"/>
            <a:ext cx="353783" cy="353783"/>
          </a:xfrm>
          <a:prstGeom prst="flowChartConnector">
            <a:avLst/>
          </a:prstGeom>
          <a:solidFill>
            <a:schemeClr val="accent2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6186224" name=""/>
          <p:cNvSpPr/>
          <p:nvPr/>
        </p:nvSpPr>
        <p:spPr bwMode="auto">
          <a:xfrm rot="5399976" flipH="1" flipV="0">
            <a:off x="-24297" y="3358111"/>
            <a:ext cx="1796078" cy="1133399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8594273" name=""/>
          <p:cNvSpPr/>
          <p:nvPr/>
        </p:nvSpPr>
        <p:spPr bwMode="auto">
          <a:xfrm rot="0" flipH="0" flipV="0">
            <a:off x="3345006" y="4279359"/>
            <a:ext cx="536663" cy="462640"/>
          </a:xfrm>
          <a:prstGeom prst="triangle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62784820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18585" y="0"/>
            <a:ext cx="12237553" cy="6858000"/>
          </a:xfrm>
          <a:prstGeom prst="rect">
            <a:avLst/>
          </a:prstGeom>
        </p:spPr>
      </p:pic>
      <p:sp>
        <p:nvSpPr>
          <p:cNvPr id="1980699335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033748" y="1536491"/>
            <a:ext cx="8124499" cy="2387598"/>
          </a:xfrm>
        </p:spPr>
        <p:txBody>
          <a:bodyPr anchor="b"/>
          <a:lstStyle>
            <a:lvl1pPr algn="ctr">
              <a:defRPr sz="5400" b="1">
                <a:solidFill>
                  <a:schemeClr val="accent2">
                    <a:lumMod val="75000"/>
                  </a:schemeClr>
                </a:solidFill>
              </a:defRPr>
            </a:lvl1pPr>
            <a:lvl2pPr>
              <a:defRPr sz="5400" b="1"/>
            </a:lvl2pPr>
            <a:lvl3pPr>
              <a:defRPr sz="5400" b="1"/>
            </a:lvl3pPr>
            <a:lvl4pPr>
              <a:defRPr sz="5400" b="1"/>
            </a:lvl4pPr>
            <a:lvl5pPr>
              <a:defRPr sz="5400" b="1"/>
            </a:lvl5pPr>
            <a:lvl6pPr>
              <a:defRPr sz="5400" b="1"/>
            </a:lvl6pPr>
            <a:lvl7pPr>
              <a:defRPr sz="5400" b="1"/>
            </a:lvl7pPr>
            <a:lvl8pPr>
              <a:defRPr sz="5400" b="1"/>
            </a:lvl8pPr>
            <a:lvl9pPr>
              <a:defRPr sz="5400" b="1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357808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033748" y="3924812"/>
            <a:ext cx="8124499" cy="133298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accent2">
                    <a:lumMod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32739956" name=""/>
          <p:cNvSpPr/>
          <p:nvPr/>
        </p:nvSpPr>
        <p:spPr bwMode="auto">
          <a:xfrm rot="5399976" flipH="1" flipV="0">
            <a:off x="-24297" y="3358111"/>
            <a:ext cx="1796078" cy="1133399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77489283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7" y="6356349"/>
            <a:ext cx="2743200" cy="365123"/>
          </a:xfrm>
        </p:spPr>
        <p:txBody>
          <a:bodyPr/>
          <a:lstStyle/>
          <a:p>
            <a:pPr>
              <a:defRPr/>
            </a:pPr>
            <a:fld id="{E65550F9-89F3-3F38-2CA5-9ECB8831F2A7}" type="datetimeFigureOut">
              <a:rPr/>
              <a:t/>
            </a:fld>
            <a:endParaRPr/>
          </a:p>
        </p:txBody>
      </p:sp>
      <p:sp>
        <p:nvSpPr>
          <p:cNvPr id="147026800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7" y="6356349"/>
            <a:ext cx="4114800" cy="365123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523555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8" y="6356349"/>
            <a:ext cx="2743200" cy="365123"/>
          </a:xfrm>
        </p:spPr>
        <p:txBody>
          <a:bodyPr/>
          <a:lstStyle/>
          <a:p>
            <a:pPr>
              <a:defRPr/>
            </a:pPr>
            <a:fld id="{85B8A541-82A7-A1CF-B0B2-349BCD5B69F8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80016151" name=""/>
          <p:cNvGrpSpPr/>
          <p:nvPr/>
        </p:nvGrpSpPr>
        <p:grpSpPr bwMode="auto">
          <a:xfrm>
            <a:off x="307036" y="255233"/>
            <a:ext cx="659540" cy="861220"/>
            <a:chOff x="0" y="0"/>
            <a:chExt cx="659540" cy="861220"/>
          </a:xfrm>
        </p:grpSpPr>
        <p:sp>
          <p:nvSpPr>
            <p:cNvPr id="171515167" name=""/>
            <p:cNvSpPr/>
            <p:nvPr/>
          </p:nvSpPr>
          <p:spPr bwMode="auto">
            <a:xfrm rot="0" flipH="0" flipV="0">
              <a:off x="0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49237" name=""/>
            <p:cNvSpPr/>
            <p:nvPr/>
          </p:nvSpPr>
          <p:spPr bwMode="auto">
            <a:xfrm rot="0" flipH="0" flipV="0">
              <a:off x="187632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8003487" name=""/>
            <p:cNvSpPr/>
            <p:nvPr/>
          </p:nvSpPr>
          <p:spPr bwMode="auto">
            <a:xfrm rot="0" flipH="0" flipV="0">
              <a:off x="375264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9290653" name=""/>
            <p:cNvSpPr/>
            <p:nvPr/>
          </p:nvSpPr>
          <p:spPr bwMode="auto">
            <a:xfrm rot="0" flipH="0" flipV="0">
              <a:off x="562899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735017225" name=""/>
          <p:cNvGrpSpPr/>
          <p:nvPr/>
        </p:nvGrpSpPr>
        <p:grpSpPr bwMode="auto">
          <a:xfrm rot="5399942" flipH="0" flipV="0">
            <a:off x="1304514" y="46346"/>
            <a:ext cx="659540" cy="1061280"/>
            <a:chOff x="0" y="0"/>
            <a:chExt cx="659540" cy="1061280"/>
          </a:xfrm>
        </p:grpSpPr>
        <p:sp>
          <p:nvSpPr>
            <p:cNvPr id="2052857211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84219663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2397584" name=""/>
            <p:cNvSpPr/>
            <p:nvPr/>
          </p:nvSpPr>
          <p:spPr bwMode="auto">
            <a:xfrm rot="0" flipH="0" flipV="0">
              <a:off x="375264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75354466" name=""/>
            <p:cNvSpPr/>
            <p:nvPr/>
          </p:nvSpPr>
          <p:spPr bwMode="auto">
            <a:xfrm rot="0" flipH="0" flipV="0">
              <a:off x="562899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88651265" name=""/>
          <p:cNvSpPr/>
          <p:nvPr/>
        </p:nvSpPr>
        <p:spPr bwMode="auto">
          <a:xfrm rot="0" flipH="0" flipV="1">
            <a:off x="2583005" y="-1203990"/>
            <a:ext cx="2344168" cy="2353050"/>
          </a:xfrm>
          <a:prstGeom prst="blockArc">
            <a:avLst>
              <a:gd name="adj1" fmla="val 10800000"/>
              <a:gd name="adj2" fmla="val 0"/>
              <a:gd name="adj3" fmla="val 13725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rgbClr val="FFFFFF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96674893" name=""/>
          <p:cNvSpPr/>
          <p:nvPr/>
        </p:nvSpPr>
        <p:spPr bwMode="auto">
          <a:xfrm rot="5399942" flipH="0" flipV="0">
            <a:off x="467770" y="1320643"/>
            <a:ext cx="390026" cy="336231"/>
          </a:xfrm>
          <a:prstGeom prst="triangle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3575432" name=""/>
          <p:cNvSpPr/>
          <p:nvPr/>
        </p:nvSpPr>
        <p:spPr bwMode="auto">
          <a:xfrm rot="5399976">
            <a:off x="307036" y="5023354"/>
            <a:ext cx="1605639" cy="1605639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28000">
                <a:schemeClr val="accent2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772742462" name=""/>
          <p:cNvSpPr/>
          <p:nvPr/>
        </p:nvSpPr>
        <p:spPr bwMode="auto">
          <a:xfrm rot="5399942" flipH="0" flipV="0">
            <a:off x="10204554" y="292386"/>
            <a:ext cx="1117704" cy="1180799"/>
          </a:xfrm>
          <a:prstGeom prst="triangle">
            <a:avLst>
              <a:gd name="adj" fmla="val 50000"/>
            </a:avLst>
          </a:prstGeom>
          <a:gradFill>
            <a:gsLst>
              <a:gs pos="27000">
                <a:schemeClr val="accent2">
                  <a:lumMod val="60000"/>
                  <a:lumOff val="40000"/>
                  <a:alpha val="99000"/>
                </a:schemeClr>
              </a:gs>
              <a:gs pos="80000">
                <a:schemeClr val="accent1">
                  <a:lumMod val="20000"/>
                  <a:lumOff val="80000"/>
                  <a:alpha val="99000"/>
                </a:schemeClr>
              </a:gs>
              <a:gs pos="99000">
                <a:schemeClr val="bg1">
                  <a:lumMod val="95000"/>
                  <a:alpha val="99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116724" name=""/>
          <p:cNvSpPr/>
          <p:nvPr/>
        </p:nvSpPr>
        <p:spPr bwMode="auto">
          <a:xfrm rot="5399976" flipH="0" flipV="1">
            <a:off x="11022156" y="4280383"/>
            <a:ext cx="2344168" cy="2353050"/>
          </a:xfrm>
          <a:prstGeom prst="blockArc">
            <a:avLst>
              <a:gd name="adj1" fmla="val 10800000"/>
              <a:gd name="adj2" fmla="val 0"/>
              <a:gd name="adj3" fmla="val 13725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rgbClr val="FFFFFF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698762217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43311" y="-27465"/>
            <a:ext cx="12237552" cy="6858000"/>
          </a:xfrm>
          <a:prstGeom prst="rect">
            <a:avLst/>
          </a:prstGeom>
        </p:spPr>
      </p:pic>
      <p:sp>
        <p:nvSpPr>
          <p:cNvPr id="776213298" name="Title 1"/>
          <p:cNvSpPr>
            <a:spLocks noGrp="1"/>
          </p:cNvSpPr>
          <p:nvPr>
            <p:ph type="title"/>
          </p:nvPr>
        </p:nvSpPr>
        <p:spPr bwMode="auto">
          <a:xfrm>
            <a:off x="838197" y="882787"/>
            <a:ext cx="10515600" cy="1325561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793105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2208349"/>
            <a:ext cx="10515600" cy="3971785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168080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402771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21576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2083708" name=""/>
          <p:cNvGrpSpPr/>
          <p:nvPr/>
        </p:nvGrpSpPr>
        <p:grpSpPr bwMode="auto">
          <a:xfrm rot="5399942" flipH="0" flipV="0">
            <a:off x="9291906" y="59954"/>
            <a:ext cx="659540" cy="1061280"/>
            <a:chOff x="0" y="0"/>
            <a:chExt cx="659540" cy="1061280"/>
          </a:xfrm>
        </p:grpSpPr>
        <p:sp>
          <p:nvSpPr>
            <p:cNvPr id="1874075541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28268792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5243623" name=""/>
            <p:cNvSpPr/>
            <p:nvPr/>
          </p:nvSpPr>
          <p:spPr bwMode="auto">
            <a:xfrm rot="0" flipH="0" flipV="0">
              <a:off x="375264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93574207" name=""/>
            <p:cNvSpPr/>
            <p:nvPr/>
          </p:nvSpPr>
          <p:spPr bwMode="auto">
            <a:xfrm rot="0" flipH="0" flipV="0">
              <a:off x="562899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158242409" name=""/>
          <p:cNvSpPr/>
          <p:nvPr/>
        </p:nvSpPr>
        <p:spPr bwMode="auto">
          <a:xfrm rot="16199969">
            <a:off x="10403536" y="219024"/>
            <a:ext cx="1605639" cy="1605639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7100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99303759" name=""/>
          <p:cNvSpPr/>
          <p:nvPr/>
        </p:nvSpPr>
        <p:spPr bwMode="auto">
          <a:xfrm rot="16199969" flipH="0" flipV="0">
            <a:off x="10496880" y="2111359"/>
            <a:ext cx="3390237" cy="3272751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5600842" name=""/>
          <p:cNvSpPr/>
          <p:nvPr/>
        </p:nvSpPr>
        <p:spPr bwMode="auto">
          <a:xfrm rot="0" flipH="1" flipV="1">
            <a:off x="7937472" y="4971375"/>
            <a:ext cx="2815506" cy="1460030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40000"/>
                </a:schemeClr>
              </a:gs>
              <a:gs pos="21000">
                <a:schemeClr val="accent1">
                  <a:lumMod val="60000"/>
                  <a:lumOff val="40000"/>
                  <a:alpha val="40000"/>
                </a:schemeClr>
              </a:gs>
              <a:gs pos="84000">
                <a:schemeClr val="bg1">
                  <a:lumMod val="95000"/>
                  <a:alpha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82507435" name=""/>
          <p:cNvSpPr/>
          <p:nvPr/>
        </p:nvSpPr>
        <p:spPr bwMode="auto">
          <a:xfrm rot="0" flipH="0" flipV="0">
            <a:off x="9637438" y="5524527"/>
            <a:ext cx="2371739" cy="1133398"/>
          </a:xfrm>
          <a:prstGeom prst="triangle">
            <a:avLst>
              <a:gd name="adj" fmla="val 100000"/>
            </a:avLst>
          </a:prstGeom>
          <a:solidFill>
            <a:schemeClr val="accent2">
              <a:lumMod val="20000"/>
              <a:lumOff val="8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3814584" name=""/>
          <p:cNvSpPr/>
          <p:nvPr/>
        </p:nvSpPr>
        <p:spPr bwMode="auto">
          <a:xfrm rot="0" flipH="0" flipV="0">
            <a:off x="10211563" y="1345680"/>
            <a:ext cx="541416" cy="541416"/>
          </a:xfrm>
          <a:prstGeom prst="flowChartConnector">
            <a:avLst/>
          </a:prstGeom>
          <a:solidFill>
            <a:schemeClr val="accent2"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73629962" name=""/>
          <p:cNvGrpSpPr/>
          <p:nvPr/>
        </p:nvGrpSpPr>
        <p:grpSpPr bwMode="auto">
          <a:xfrm>
            <a:off x="347859" y="212997"/>
            <a:ext cx="659540" cy="861220"/>
            <a:chOff x="0" y="0"/>
            <a:chExt cx="659540" cy="861220"/>
          </a:xfrm>
        </p:grpSpPr>
        <p:sp>
          <p:nvSpPr>
            <p:cNvPr id="1912764129" name=""/>
            <p:cNvSpPr/>
            <p:nvPr/>
          </p:nvSpPr>
          <p:spPr bwMode="auto">
            <a:xfrm rot="0" flipH="0" flipV="0">
              <a:off x="0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38532446" name=""/>
            <p:cNvSpPr/>
            <p:nvPr/>
          </p:nvSpPr>
          <p:spPr bwMode="auto">
            <a:xfrm rot="0" flipH="0" flipV="0">
              <a:off x="187632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81683288" name=""/>
            <p:cNvSpPr/>
            <p:nvPr/>
          </p:nvSpPr>
          <p:spPr bwMode="auto">
            <a:xfrm rot="0" flipH="0" flipV="0">
              <a:off x="375264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485089" name=""/>
            <p:cNvSpPr/>
            <p:nvPr/>
          </p:nvSpPr>
          <p:spPr bwMode="auto">
            <a:xfrm rot="0" flipH="0" flipV="0">
              <a:off x="562899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97154994" name=""/>
          <p:cNvSpPr/>
          <p:nvPr/>
        </p:nvSpPr>
        <p:spPr bwMode="auto">
          <a:xfrm flipH="0" flipV="0">
            <a:off x="1362108" y="191691"/>
            <a:ext cx="925281" cy="925281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245730662" name=""/>
          <p:cNvSpPr/>
          <p:nvPr/>
        </p:nvSpPr>
        <p:spPr bwMode="auto">
          <a:xfrm rot="5399942" flipH="0" flipV="0">
            <a:off x="358920" y="1307043"/>
            <a:ext cx="390026" cy="336231"/>
          </a:xfrm>
          <a:prstGeom prst="triangle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627321625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22775" y="0"/>
            <a:ext cx="12237552" cy="6858000"/>
          </a:xfrm>
          <a:prstGeom prst="rect">
            <a:avLst/>
          </a:prstGeom>
        </p:spPr>
      </p:pic>
      <p:sp>
        <p:nvSpPr>
          <p:cNvPr id="178313530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882787"/>
            <a:ext cx="10515600" cy="1325561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959061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2208349"/>
            <a:ext cx="10515600" cy="3971785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582753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09D9BC-D067-BD0F-D1FE-7A1C959504FA}" type="datetimeFigureOut">
              <a:rPr/>
              <a:t/>
            </a:fld>
            <a:endParaRPr/>
          </a:p>
        </p:txBody>
      </p:sp>
      <p:sp>
        <p:nvSpPr>
          <p:cNvPr id="12826111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2682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6242DDE-FF81-FFD8-07FF-4F55C7C12162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04177091" name=""/>
          <p:cNvGrpSpPr/>
          <p:nvPr/>
        </p:nvGrpSpPr>
        <p:grpSpPr bwMode="auto">
          <a:xfrm>
            <a:off x="347859" y="212997"/>
            <a:ext cx="659539" cy="861219"/>
            <a:chOff x="0" y="0"/>
            <a:chExt cx="659539" cy="861219"/>
          </a:xfrm>
        </p:grpSpPr>
        <p:sp>
          <p:nvSpPr>
            <p:cNvPr id="1345087269" name=""/>
            <p:cNvSpPr/>
            <p:nvPr/>
          </p:nvSpPr>
          <p:spPr bwMode="auto">
            <a:xfrm rot="0" flipH="0" flipV="0">
              <a:off x="0" y="0"/>
              <a:ext cx="96642" cy="861219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37796849" name=""/>
            <p:cNvSpPr/>
            <p:nvPr/>
          </p:nvSpPr>
          <p:spPr bwMode="auto">
            <a:xfrm rot="0" flipH="0" flipV="0">
              <a:off x="187632" y="0"/>
              <a:ext cx="96642" cy="861219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02624995" name=""/>
            <p:cNvSpPr/>
            <p:nvPr/>
          </p:nvSpPr>
          <p:spPr bwMode="auto">
            <a:xfrm rot="0" flipH="0" flipV="0">
              <a:off x="375264" y="0"/>
              <a:ext cx="96642" cy="861219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52981825" name=""/>
            <p:cNvSpPr/>
            <p:nvPr/>
          </p:nvSpPr>
          <p:spPr bwMode="auto">
            <a:xfrm rot="0" flipH="0" flipV="0">
              <a:off x="562898" y="0"/>
              <a:ext cx="96642" cy="861219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173145505" name=""/>
          <p:cNvGrpSpPr/>
          <p:nvPr/>
        </p:nvGrpSpPr>
        <p:grpSpPr bwMode="auto">
          <a:xfrm rot="5399909" flipH="0" flipV="0">
            <a:off x="9291906" y="59953"/>
            <a:ext cx="659539" cy="1061280"/>
            <a:chOff x="0" y="0"/>
            <a:chExt cx="659539" cy="1061280"/>
          </a:xfrm>
        </p:grpSpPr>
        <p:sp>
          <p:nvSpPr>
            <p:cNvPr id="1992519709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0589508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75882045" name=""/>
            <p:cNvSpPr/>
            <p:nvPr/>
          </p:nvSpPr>
          <p:spPr bwMode="auto">
            <a:xfrm rot="0" flipH="0" flipV="0">
              <a:off x="375264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27623630" name=""/>
            <p:cNvSpPr/>
            <p:nvPr/>
          </p:nvSpPr>
          <p:spPr bwMode="auto">
            <a:xfrm rot="0" flipH="0" flipV="0">
              <a:off x="562898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05011276" name=""/>
          <p:cNvSpPr/>
          <p:nvPr/>
        </p:nvSpPr>
        <p:spPr bwMode="auto">
          <a:xfrm rot="16199932">
            <a:off x="10403535" y="219024"/>
            <a:ext cx="1605638" cy="1605638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7100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010697448" name=""/>
          <p:cNvSpPr/>
          <p:nvPr/>
        </p:nvSpPr>
        <p:spPr bwMode="auto">
          <a:xfrm rot="10799952" flipH="0" flipV="0">
            <a:off x="4585383" y="-1458265"/>
            <a:ext cx="3021230" cy="2916533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0514835" name=""/>
          <p:cNvSpPr/>
          <p:nvPr/>
        </p:nvSpPr>
        <p:spPr bwMode="auto">
          <a:xfrm flipH="0" flipV="0">
            <a:off x="1362107" y="191691"/>
            <a:ext cx="925281" cy="925281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940028558" name=""/>
          <p:cNvSpPr/>
          <p:nvPr/>
        </p:nvSpPr>
        <p:spPr bwMode="auto">
          <a:xfrm rot="5399909" flipH="0" flipV="0">
            <a:off x="358920" y="1307043"/>
            <a:ext cx="390025" cy="336231"/>
          </a:xfrm>
          <a:prstGeom prst="triangle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872950" name=""/>
          <p:cNvSpPr/>
          <p:nvPr/>
        </p:nvSpPr>
        <p:spPr bwMode="auto">
          <a:xfrm rot="0" flipH="0" flipV="0">
            <a:off x="10211562" y="1345680"/>
            <a:ext cx="541415" cy="541415"/>
          </a:xfrm>
          <a:prstGeom prst="flowChartConnector">
            <a:avLst/>
          </a:prstGeom>
          <a:solidFill>
            <a:schemeClr val="accent2"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526888355" name=""/>
          <p:cNvGrpSpPr/>
          <p:nvPr/>
        </p:nvGrpSpPr>
        <p:grpSpPr bwMode="auto">
          <a:xfrm>
            <a:off x="3291057" y="279306"/>
            <a:ext cx="711785" cy="700472"/>
            <a:chOff x="0" y="0"/>
            <a:chExt cx="711785" cy="700472"/>
          </a:xfrm>
        </p:grpSpPr>
        <p:sp>
          <p:nvSpPr>
            <p:cNvPr id="1634294250" name=""/>
            <p:cNvSpPr/>
            <p:nvPr/>
          </p:nvSpPr>
          <p:spPr bwMode="auto">
            <a:xfrm rot="0" flipH="0" flipV="0">
              <a:off x="0" y="0"/>
              <a:ext cx="203527" cy="203527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683781" name=""/>
            <p:cNvSpPr/>
            <p:nvPr/>
          </p:nvSpPr>
          <p:spPr bwMode="auto">
            <a:xfrm rot="0" flipH="0" flipV="0">
              <a:off x="254125" y="0"/>
              <a:ext cx="203527" cy="203527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82509526" name=""/>
            <p:cNvSpPr/>
            <p:nvPr/>
          </p:nvSpPr>
          <p:spPr bwMode="auto">
            <a:xfrm rot="0" flipH="0" flipV="0">
              <a:off x="508257" y="0"/>
              <a:ext cx="203527" cy="203527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056826" name=""/>
            <p:cNvSpPr/>
            <p:nvPr/>
          </p:nvSpPr>
          <p:spPr bwMode="auto">
            <a:xfrm rot="0" flipH="0" flipV="0">
              <a:off x="0" y="255038"/>
              <a:ext cx="203527" cy="203527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40428609" name=""/>
            <p:cNvSpPr/>
            <p:nvPr/>
          </p:nvSpPr>
          <p:spPr bwMode="auto">
            <a:xfrm rot="0" flipH="0" flipV="0">
              <a:off x="254125" y="255038"/>
              <a:ext cx="203527" cy="203527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28277287" name=""/>
            <p:cNvSpPr/>
            <p:nvPr/>
          </p:nvSpPr>
          <p:spPr bwMode="auto">
            <a:xfrm rot="0" flipH="0" flipV="0">
              <a:off x="508257" y="255038"/>
              <a:ext cx="203527" cy="203527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0875657" name=""/>
            <p:cNvSpPr/>
            <p:nvPr/>
          </p:nvSpPr>
          <p:spPr bwMode="auto">
            <a:xfrm rot="0" flipH="0" flipV="0">
              <a:off x="0" y="496944"/>
              <a:ext cx="203527" cy="203527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3595280" name=""/>
            <p:cNvSpPr/>
            <p:nvPr/>
          </p:nvSpPr>
          <p:spPr bwMode="auto">
            <a:xfrm rot="0" flipH="0" flipV="0">
              <a:off x="254125" y="496944"/>
              <a:ext cx="203527" cy="203527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37597552" name=""/>
            <p:cNvSpPr/>
            <p:nvPr/>
          </p:nvSpPr>
          <p:spPr bwMode="auto">
            <a:xfrm rot="0" flipH="0" flipV="0">
              <a:off x="508257" y="496944"/>
              <a:ext cx="203527" cy="203527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011430049" name=""/>
          <p:cNvGrpSpPr/>
          <p:nvPr/>
        </p:nvGrpSpPr>
        <p:grpSpPr bwMode="auto">
          <a:xfrm rot="10799989" flipH="0" flipV="0">
            <a:off x="7997742" y="1263352"/>
            <a:ext cx="895050" cy="423612"/>
            <a:chOff x="0" y="0"/>
            <a:chExt cx="895050" cy="423612"/>
          </a:xfrm>
        </p:grpSpPr>
        <p:sp>
          <p:nvSpPr>
            <p:cNvPr id="2078041533" name=""/>
            <p:cNvSpPr/>
            <p:nvPr/>
          </p:nvSpPr>
          <p:spPr bwMode="auto">
            <a:xfrm rot="5399909" flipH="0" flipV="0">
              <a:off x="11952" y="-11952"/>
              <a:ext cx="423612" cy="447525"/>
            </a:xfrm>
            <a:prstGeom prst="triangle">
              <a:avLst>
                <a:gd name="adj" fmla="val 50000"/>
              </a:avLst>
            </a:prstGeom>
            <a:gradFill>
              <a:gsLst>
                <a:gs pos="15000">
                  <a:schemeClr val="bg1">
                    <a:lumMod val="95000"/>
                    <a:alpha val="99000"/>
                  </a:schemeClr>
                </a:gs>
                <a:gs pos="89000">
                  <a:schemeClr val="accent1">
                    <a:lumMod val="20000"/>
                    <a:lumOff val="80000"/>
                    <a:alpha val="99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44331147" name=""/>
            <p:cNvSpPr/>
            <p:nvPr/>
          </p:nvSpPr>
          <p:spPr bwMode="auto">
            <a:xfrm rot="5399909" flipH="1" flipV="1">
              <a:off x="459479" y="-11952"/>
              <a:ext cx="423612" cy="447525"/>
            </a:xfrm>
            <a:prstGeom prst="triangle">
              <a:avLst>
                <a:gd name="adj" fmla="val 50000"/>
              </a:avLst>
            </a:prstGeom>
            <a:gradFill>
              <a:gsLst>
                <a:gs pos="15000">
                  <a:schemeClr val="bg1">
                    <a:lumMod val="95000"/>
                    <a:alpha val="99000"/>
                  </a:schemeClr>
                </a:gs>
                <a:gs pos="89000">
                  <a:schemeClr val="accent1">
                    <a:lumMod val="20000"/>
                    <a:lumOff val="80000"/>
                    <a:alpha val="99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38790265" name=""/>
          <p:cNvSpPr/>
          <p:nvPr/>
        </p:nvSpPr>
        <p:spPr bwMode="auto">
          <a:xfrm rot="0" flipH="0" flipV="0">
            <a:off x="2501577" y="1824647"/>
            <a:ext cx="353780" cy="353780"/>
          </a:xfrm>
          <a:prstGeom prst="flowChartConnector">
            <a:avLst/>
          </a:prstGeom>
          <a:solidFill>
            <a:schemeClr val="accent2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1762887" name=""/>
          <p:cNvSpPr/>
          <p:nvPr/>
        </p:nvSpPr>
        <p:spPr bwMode="auto">
          <a:xfrm rot="8486387" flipH="1" flipV="1">
            <a:off x="2034091" y="1392660"/>
            <a:ext cx="1460506" cy="1409895"/>
          </a:xfrm>
          <a:prstGeom prst="blockArc">
            <a:avLst>
              <a:gd name="adj1" fmla="val 10827061"/>
              <a:gd name="adj2" fmla="val 0"/>
              <a:gd name="adj3" fmla="val 39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17913243" name=""/>
          <p:cNvSpPr/>
          <p:nvPr/>
        </p:nvSpPr>
        <p:spPr bwMode="auto">
          <a:xfrm rot="0" flipH="1" flipV="0">
            <a:off x="4854205" y="5234328"/>
            <a:ext cx="2483583" cy="1287904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67999"/>
                </a:schemeClr>
              </a:gs>
              <a:gs pos="21000">
                <a:schemeClr val="accent1">
                  <a:lumMod val="60000"/>
                  <a:lumOff val="40000"/>
                  <a:alpha val="67999"/>
                </a:schemeClr>
              </a:gs>
              <a:gs pos="84000">
                <a:schemeClr val="bg1">
                  <a:lumMod val="95000"/>
                  <a:alpha val="67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pic>
        <p:nvPicPr>
          <p:cNvPr id="250885537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43311" y="-27465"/>
            <a:ext cx="12237552" cy="6858000"/>
          </a:xfrm>
          <a:prstGeom prst="rect">
            <a:avLst/>
          </a:prstGeom>
        </p:spPr>
      </p:pic>
      <p:sp>
        <p:nvSpPr>
          <p:cNvPr id="12724607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8" y="1824679"/>
            <a:ext cx="10515600" cy="204743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40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0449639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8" y="3872118"/>
            <a:ext cx="10515600" cy="190693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394487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7072663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36413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2">
            <a:lumMod val="20000"/>
            <a:lumOff val="80000"/>
            <a:alpha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449592" name=""/>
          <p:cNvGrpSpPr/>
          <p:nvPr/>
        </p:nvGrpSpPr>
        <p:grpSpPr bwMode="auto">
          <a:xfrm flipH="1">
            <a:off x="10117386" y="201276"/>
            <a:ext cx="1871491" cy="1764225"/>
            <a:chOff x="0" y="0"/>
            <a:chExt cx="1871491" cy="1764225"/>
          </a:xfrm>
        </p:grpSpPr>
        <p:grpSp>
          <p:nvGrpSpPr>
            <p:cNvPr id="802782471" name=""/>
            <p:cNvGrpSpPr/>
            <p:nvPr/>
          </p:nvGrpSpPr>
          <p:grpSpPr bwMode="auto">
            <a:xfrm>
              <a:off x="0" y="21304"/>
              <a:ext cx="659539" cy="861219"/>
              <a:chOff x="0" y="0"/>
              <a:chExt cx="659539" cy="861219"/>
            </a:xfrm>
          </p:grpSpPr>
          <p:sp>
            <p:nvSpPr>
              <p:cNvPr id="753002757" name=""/>
              <p:cNvSpPr/>
              <p:nvPr/>
            </p:nvSpPr>
            <p:spPr bwMode="auto">
              <a:xfrm rot="0" flipH="0" flipV="0">
                <a:off x="0" y="0"/>
                <a:ext cx="96642" cy="861219"/>
              </a:xfrm>
              <a:prstGeom prst="rect">
                <a:avLst/>
              </a:prstGeom>
              <a:solidFill>
                <a:schemeClr val="accent2">
                  <a:alpha val="4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32971247" name=""/>
              <p:cNvSpPr/>
              <p:nvPr/>
            </p:nvSpPr>
            <p:spPr bwMode="auto">
              <a:xfrm rot="0" flipH="0" flipV="0">
                <a:off x="187632" y="0"/>
                <a:ext cx="96642" cy="861219"/>
              </a:xfrm>
              <a:prstGeom prst="rect">
                <a:avLst/>
              </a:prstGeom>
              <a:solidFill>
                <a:schemeClr val="accent2">
                  <a:alpha val="4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43877141" name=""/>
              <p:cNvSpPr/>
              <p:nvPr/>
            </p:nvSpPr>
            <p:spPr bwMode="auto">
              <a:xfrm rot="0" flipH="0" flipV="0">
                <a:off x="375264" y="0"/>
                <a:ext cx="96642" cy="861219"/>
              </a:xfrm>
              <a:prstGeom prst="rect">
                <a:avLst/>
              </a:prstGeom>
              <a:solidFill>
                <a:schemeClr val="accent2">
                  <a:alpha val="4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30720703" name=""/>
              <p:cNvSpPr/>
              <p:nvPr/>
            </p:nvSpPr>
            <p:spPr bwMode="auto">
              <a:xfrm rot="0" flipH="0" flipV="0">
                <a:off x="562898" y="0"/>
                <a:ext cx="96642" cy="861219"/>
              </a:xfrm>
              <a:prstGeom prst="rect">
                <a:avLst/>
              </a:prstGeom>
              <a:solidFill>
                <a:schemeClr val="accent2">
                  <a:alpha val="4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sp>
          <p:nvSpPr>
            <p:cNvPr id="900131097" name=""/>
            <p:cNvSpPr/>
            <p:nvPr/>
          </p:nvSpPr>
          <p:spPr bwMode="auto">
            <a:xfrm flipH="0" flipV="0">
              <a:off x="946209" y="0"/>
              <a:ext cx="925281" cy="925281"/>
            </a:xfrm>
            <a:custGeom>
              <a:avLst/>
              <a:gdLst/>
              <a:ahLst/>
              <a:cxnLst/>
              <a:rect l="0" t="0" r="r" b="b"/>
              <a:pathLst>
                <a:path w="802821" h="802821" fill="norm" stroke="1" extrusionOk="0">
                  <a:moveTo>
                    <a:pt x="0" y="0"/>
                  </a:moveTo>
                  <a:cubicBezTo>
                    <a:pt x="0" y="0"/>
                    <a:pt x="802820" y="0"/>
                    <a:pt x="802820" y="0"/>
                  </a:cubicBezTo>
                  <a:cubicBezTo>
                    <a:pt x="802820" y="0"/>
                    <a:pt x="802820" y="802821"/>
                    <a:pt x="802820" y="802821"/>
                  </a:cubicBezTo>
                  <a:cubicBezTo>
                    <a:pt x="802820" y="802821"/>
                    <a:pt x="0" y="802821"/>
                    <a:pt x="0" y="802821"/>
                  </a:cubicBezTo>
                  <a:cubicBezTo>
                    <a:pt x="0" y="802821"/>
                    <a:pt x="0" y="0"/>
                    <a:pt x="0" y="0"/>
                  </a:cubicBezTo>
                  <a:close/>
                  <a:moveTo>
                    <a:pt x="210909" y="401411"/>
                  </a:moveTo>
                  <a:cubicBezTo>
                    <a:pt x="210909" y="505915"/>
                    <a:pt x="296904" y="591910"/>
                    <a:pt x="401409" y="591910"/>
                  </a:cubicBezTo>
                  <a:cubicBezTo>
                    <a:pt x="505915" y="591910"/>
                    <a:pt x="591909" y="505915"/>
                    <a:pt x="591909" y="401411"/>
                  </a:cubicBezTo>
                  <a:cubicBezTo>
                    <a:pt x="591909" y="296906"/>
                    <a:pt x="505915" y="210911"/>
                    <a:pt x="401409" y="210911"/>
                  </a:cubicBezTo>
                  <a:cubicBezTo>
                    <a:pt x="296904" y="210911"/>
                    <a:pt x="210909" y="296906"/>
                    <a:pt x="210909" y="401411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459685269" name=""/>
            <p:cNvSpPr/>
            <p:nvPr/>
          </p:nvSpPr>
          <p:spPr bwMode="auto">
            <a:xfrm rot="5399909" flipH="0" flipV="0">
              <a:off x="51872" y="1401093"/>
              <a:ext cx="390025" cy="336231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545896782" name=""/>
          <p:cNvSpPr/>
          <p:nvPr/>
        </p:nvSpPr>
        <p:spPr bwMode="auto">
          <a:xfrm rot="5399976" flipH="0" flipV="1">
            <a:off x="10060492" y="3369100"/>
            <a:ext cx="2815506" cy="1460029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60000"/>
                </a:schemeClr>
              </a:gs>
              <a:gs pos="21000">
                <a:schemeClr val="accent1">
                  <a:lumMod val="60000"/>
                  <a:lumOff val="40000"/>
                  <a:alpha val="60000"/>
                </a:schemeClr>
              </a:gs>
              <a:gs pos="84000">
                <a:schemeClr val="accent1">
                  <a:lumMod val="20000"/>
                  <a:lumOff val="80000"/>
                  <a:alpha val="6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368732410" name=""/>
          <p:cNvSpPr/>
          <p:nvPr/>
        </p:nvSpPr>
        <p:spPr bwMode="auto">
          <a:xfrm rot="10799952" flipH="0" flipV="1">
            <a:off x="334710" y="5227394"/>
            <a:ext cx="3390237" cy="3272751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45633444" name=""/>
          <p:cNvGrpSpPr/>
          <p:nvPr/>
        </p:nvGrpSpPr>
        <p:grpSpPr bwMode="auto">
          <a:xfrm rot="5399909" flipH="1" flipV="0">
            <a:off x="721153" y="4194038"/>
            <a:ext cx="659539" cy="1061280"/>
            <a:chOff x="0" y="0"/>
            <a:chExt cx="659539" cy="1061280"/>
          </a:xfrm>
        </p:grpSpPr>
        <p:sp>
          <p:nvSpPr>
            <p:cNvPr id="1769697404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35421235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90370036" name=""/>
            <p:cNvSpPr/>
            <p:nvPr/>
          </p:nvSpPr>
          <p:spPr bwMode="auto">
            <a:xfrm rot="0" flipH="0" flipV="0">
              <a:off x="375264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7966531" name=""/>
            <p:cNvSpPr/>
            <p:nvPr/>
          </p:nvSpPr>
          <p:spPr bwMode="auto">
            <a:xfrm rot="0" flipH="0" flipV="0">
              <a:off x="562898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933503243" name=""/>
          <p:cNvSpPr/>
          <p:nvPr/>
        </p:nvSpPr>
        <p:spPr bwMode="auto">
          <a:xfrm rot="10799922" flipH="0" flipV="0">
            <a:off x="291370" y="222458"/>
            <a:ext cx="1247617" cy="1247617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  <a:alpha val="60000"/>
                </a:schemeClr>
              </a:gs>
              <a:gs pos="28000">
                <a:schemeClr val="accent2">
                  <a:lumMod val="40000"/>
                  <a:lumOff val="60000"/>
                  <a:alpha val="60000"/>
                </a:schemeClr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459975500" name=""/>
          <p:cNvSpPr/>
          <p:nvPr/>
        </p:nvSpPr>
        <p:spPr bwMode="auto">
          <a:xfrm rot="0" flipH="0" flipV="1">
            <a:off x="1760166" y="222448"/>
            <a:ext cx="1370866" cy="710886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60000"/>
                </a:schemeClr>
              </a:gs>
              <a:gs pos="21000">
                <a:schemeClr val="accent1">
                  <a:lumMod val="60000"/>
                  <a:lumOff val="40000"/>
                  <a:alpha val="60000"/>
                </a:schemeClr>
              </a:gs>
              <a:gs pos="84000">
                <a:schemeClr val="accent1">
                  <a:lumMod val="20000"/>
                  <a:lumOff val="80000"/>
                  <a:alpha val="6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pic>
        <p:nvPicPr>
          <p:cNvPr id="1530135159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971136" y="107064"/>
            <a:ext cx="12237552" cy="6858000"/>
          </a:xfrm>
          <a:prstGeom prst="rect">
            <a:avLst/>
          </a:prstGeom>
        </p:spPr>
      </p:pic>
      <p:sp>
        <p:nvSpPr>
          <p:cNvPr id="76002422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869671"/>
            <a:ext cx="10515600" cy="1338674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36860292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838197" y="2208348"/>
            <a:ext cx="5181598" cy="3968613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59428073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172200" y="2208348"/>
            <a:ext cx="5181598" cy="3968613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861179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169384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80897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59144130" name=""/>
          <p:cNvGrpSpPr/>
          <p:nvPr/>
        </p:nvGrpSpPr>
        <p:grpSpPr bwMode="auto">
          <a:xfrm rot="5399942" flipH="0" flipV="0">
            <a:off x="9291906" y="59954"/>
            <a:ext cx="659540" cy="1061280"/>
            <a:chOff x="0" y="0"/>
            <a:chExt cx="659540" cy="1061280"/>
          </a:xfrm>
        </p:grpSpPr>
        <p:sp>
          <p:nvSpPr>
            <p:cNvPr id="1429361567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55397493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65779386" name=""/>
            <p:cNvSpPr/>
            <p:nvPr/>
          </p:nvSpPr>
          <p:spPr bwMode="auto">
            <a:xfrm rot="0" flipH="0" flipV="0">
              <a:off x="375264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63637073" name=""/>
            <p:cNvSpPr/>
            <p:nvPr/>
          </p:nvSpPr>
          <p:spPr bwMode="auto">
            <a:xfrm rot="0" flipH="0" flipV="0">
              <a:off x="562899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17210159" name=""/>
          <p:cNvSpPr/>
          <p:nvPr/>
        </p:nvSpPr>
        <p:spPr bwMode="auto">
          <a:xfrm rot="16199969">
            <a:off x="10403536" y="219024"/>
            <a:ext cx="1605639" cy="1605639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7100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grpSp>
        <p:nvGrpSpPr>
          <p:cNvPr id="1533038498" name=""/>
          <p:cNvGrpSpPr/>
          <p:nvPr/>
        </p:nvGrpSpPr>
        <p:grpSpPr bwMode="auto">
          <a:xfrm>
            <a:off x="347859" y="212997"/>
            <a:ext cx="659540" cy="861220"/>
            <a:chOff x="0" y="0"/>
            <a:chExt cx="659540" cy="861220"/>
          </a:xfrm>
        </p:grpSpPr>
        <p:sp>
          <p:nvSpPr>
            <p:cNvPr id="1957174347" name=""/>
            <p:cNvSpPr/>
            <p:nvPr/>
          </p:nvSpPr>
          <p:spPr bwMode="auto">
            <a:xfrm rot="0" flipH="0" flipV="0">
              <a:off x="0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58311864" name=""/>
            <p:cNvSpPr/>
            <p:nvPr/>
          </p:nvSpPr>
          <p:spPr bwMode="auto">
            <a:xfrm rot="0" flipH="0" flipV="0">
              <a:off x="187632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44968677" name=""/>
            <p:cNvSpPr/>
            <p:nvPr/>
          </p:nvSpPr>
          <p:spPr bwMode="auto">
            <a:xfrm rot="0" flipH="0" flipV="0">
              <a:off x="375264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91775620" name=""/>
            <p:cNvSpPr/>
            <p:nvPr/>
          </p:nvSpPr>
          <p:spPr bwMode="auto">
            <a:xfrm rot="0" flipH="0" flipV="0">
              <a:off x="562899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97167267" name=""/>
          <p:cNvSpPr/>
          <p:nvPr/>
        </p:nvSpPr>
        <p:spPr bwMode="auto">
          <a:xfrm flipH="0" flipV="0">
            <a:off x="1362108" y="191691"/>
            <a:ext cx="925281" cy="925281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268539662" name=""/>
          <p:cNvSpPr/>
          <p:nvPr/>
        </p:nvSpPr>
        <p:spPr bwMode="auto">
          <a:xfrm rot="5399942" flipH="0" flipV="0">
            <a:off x="358920" y="1307043"/>
            <a:ext cx="390026" cy="336231"/>
          </a:xfrm>
          <a:prstGeom prst="triangle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89878788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22775" y="0"/>
            <a:ext cx="12237552" cy="6858000"/>
          </a:xfrm>
          <a:prstGeom prst="rect">
            <a:avLst/>
          </a:prstGeom>
        </p:spPr>
      </p:pic>
      <p:sp>
        <p:nvSpPr>
          <p:cNvPr id="34767583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6" y="869670"/>
            <a:ext cx="10515600" cy="1338675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57485188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9786" y="2208348"/>
            <a:ext cx="5157784" cy="75268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44997586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839786" y="2961031"/>
            <a:ext cx="5157784" cy="3228629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4809383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172198" y="2208348"/>
            <a:ext cx="5183186" cy="75268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86894722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172198" y="2961031"/>
            <a:ext cx="5183186" cy="3228629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6344367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94127768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0988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579731" name=""/>
          <p:cNvSpPr/>
          <p:nvPr/>
        </p:nvSpPr>
        <p:spPr bwMode="auto">
          <a:xfrm rot="0" flipH="0" flipV="0">
            <a:off x="3581398" y="4436866"/>
            <a:ext cx="4939780" cy="490219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083980379" name=""/>
          <p:cNvGrpSpPr/>
          <p:nvPr/>
        </p:nvGrpSpPr>
        <p:grpSpPr bwMode="auto">
          <a:xfrm>
            <a:off x="213475" y="5588073"/>
            <a:ext cx="11765046" cy="1133398"/>
            <a:chOff x="0" y="0"/>
            <a:chExt cx="11765046" cy="1133398"/>
          </a:xfrm>
        </p:grpSpPr>
        <p:sp>
          <p:nvSpPr>
            <p:cNvPr id="1538449933" name=""/>
            <p:cNvSpPr/>
            <p:nvPr/>
          </p:nvSpPr>
          <p:spPr bwMode="auto">
            <a:xfrm rot="0" flipH="0" flipV="0">
              <a:off x="9393305" y="0"/>
              <a:ext cx="2371739" cy="1133398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11362802" name=""/>
            <p:cNvSpPr/>
            <p:nvPr/>
          </p:nvSpPr>
          <p:spPr bwMode="auto">
            <a:xfrm rot="0" flipH="1" flipV="0">
              <a:off x="0" y="0"/>
              <a:ext cx="2371739" cy="1133398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58429237" name=""/>
          <p:cNvSpPr/>
          <p:nvPr/>
        </p:nvSpPr>
        <p:spPr bwMode="auto">
          <a:xfrm rot="0" flipH="1" flipV="1">
            <a:off x="8413722" y="4436866"/>
            <a:ext cx="2815506" cy="1460030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21000">
                <a:schemeClr val="accent1">
                  <a:lumMod val="60000"/>
                  <a:lumOff val="40000"/>
                  <a:alpha val="80000"/>
                </a:schemeClr>
              </a:gs>
              <a:gs pos="84000">
                <a:schemeClr val="bg1">
                  <a:lumMod val="95000"/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51052809" name=""/>
          <p:cNvSpPr/>
          <p:nvPr/>
        </p:nvSpPr>
        <p:spPr bwMode="auto">
          <a:xfrm rot="10799999">
            <a:off x="2162341" y="4436866"/>
            <a:ext cx="1605639" cy="1605639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7100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9777661" name=""/>
          <p:cNvSpPr/>
          <p:nvPr/>
        </p:nvSpPr>
        <p:spPr bwMode="auto">
          <a:xfrm rot="0" flipH="0" flipV="0">
            <a:off x="7167705" y="3429000"/>
            <a:ext cx="541416" cy="541416"/>
          </a:xfrm>
          <a:prstGeom prst="flowChartConnector">
            <a:avLst/>
          </a:prstGeom>
          <a:solidFill>
            <a:schemeClr val="accent2"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79896303" name=""/>
          <p:cNvGrpSpPr/>
          <p:nvPr/>
        </p:nvGrpSpPr>
        <p:grpSpPr bwMode="auto">
          <a:xfrm rot="5399909" flipH="1" flipV="0">
            <a:off x="721152" y="4194037"/>
            <a:ext cx="659539" cy="1061280"/>
            <a:chOff x="0" y="0"/>
            <a:chExt cx="659539" cy="1061280"/>
          </a:xfrm>
        </p:grpSpPr>
        <p:sp>
          <p:nvSpPr>
            <p:cNvPr id="520564693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33900100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89238422" name=""/>
            <p:cNvSpPr/>
            <p:nvPr/>
          </p:nvSpPr>
          <p:spPr bwMode="auto">
            <a:xfrm rot="0" flipH="0" flipV="0">
              <a:off x="375264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91718869" name=""/>
            <p:cNvSpPr/>
            <p:nvPr/>
          </p:nvSpPr>
          <p:spPr bwMode="auto">
            <a:xfrm rot="0" flipH="0" flipV="0">
              <a:off x="562898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852925036" name=""/>
          <p:cNvSpPr/>
          <p:nvPr/>
        </p:nvSpPr>
        <p:spPr bwMode="auto">
          <a:xfrm rot="0" flipH="0" flipV="0">
            <a:off x="4394052" y="4038806"/>
            <a:ext cx="398059" cy="398059"/>
          </a:xfrm>
          <a:prstGeom prst="flowChartConnector">
            <a:avLst/>
          </a:prstGeom>
          <a:solidFill>
            <a:schemeClr val="bg1"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41468876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22774" y="0"/>
            <a:ext cx="12237552" cy="6858000"/>
          </a:xfrm>
          <a:prstGeom prst="rect">
            <a:avLst/>
          </a:prstGeom>
        </p:spPr>
      </p:pic>
      <p:sp>
        <p:nvSpPr>
          <p:cNvPr id="167318247" name="Title 1"/>
          <p:cNvSpPr>
            <a:spLocks noGrp="1"/>
          </p:cNvSpPr>
          <p:nvPr>
            <p:ph type="title"/>
          </p:nvPr>
        </p:nvSpPr>
        <p:spPr bwMode="auto">
          <a:xfrm>
            <a:off x="838197" y="869670"/>
            <a:ext cx="10515600" cy="1325561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44027225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7" y="6356349"/>
            <a:ext cx="2743200" cy="365123"/>
          </a:xfrm>
        </p:spPr>
        <p:txBody>
          <a:bodyPr/>
          <a:lstStyle/>
          <a:p>
            <a:pPr>
              <a:defRPr/>
            </a:pPr>
            <a:fld id="{36F3C919-E502-4E70-FAF2-D116A3C5EADC}" type="datetimeFigureOut">
              <a:rPr/>
              <a:t/>
            </a:fld>
            <a:endParaRPr/>
          </a:p>
        </p:txBody>
      </p:sp>
      <p:sp>
        <p:nvSpPr>
          <p:cNvPr id="82378760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7" y="6356349"/>
            <a:ext cx="4114800" cy="365123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6878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8" y="6356349"/>
            <a:ext cx="2743200" cy="365123"/>
          </a:xfrm>
        </p:spPr>
        <p:txBody>
          <a:bodyPr/>
          <a:lstStyle/>
          <a:p>
            <a:pPr>
              <a:defRPr/>
            </a:pPr>
            <a:fld id="{1455ED1F-1345-45A1-420E-ED4A709A0B67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15937173" name=""/>
          <p:cNvGrpSpPr/>
          <p:nvPr/>
        </p:nvGrpSpPr>
        <p:grpSpPr bwMode="auto">
          <a:xfrm rot="0" flipH="1" flipV="0">
            <a:off x="11329336" y="222582"/>
            <a:ext cx="659539" cy="861219"/>
            <a:chOff x="0" y="0"/>
            <a:chExt cx="659539" cy="861219"/>
          </a:xfrm>
        </p:grpSpPr>
        <p:sp>
          <p:nvSpPr>
            <p:cNvPr id="146221414" name=""/>
            <p:cNvSpPr/>
            <p:nvPr/>
          </p:nvSpPr>
          <p:spPr bwMode="auto">
            <a:xfrm rot="0" flipH="0" flipV="0">
              <a:off x="0" y="0"/>
              <a:ext cx="96642" cy="861219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7595346" name=""/>
            <p:cNvSpPr/>
            <p:nvPr/>
          </p:nvSpPr>
          <p:spPr bwMode="auto">
            <a:xfrm rot="0" flipH="0" flipV="0">
              <a:off x="187632" y="0"/>
              <a:ext cx="96642" cy="861219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60765029" name=""/>
            <p:cNvSpPr/>
            <p:nvPr/>
          </p:nvSpPr>
          <p:spPr bwMode="auto">
            <a:xfrm rot="0" flipH="0" flipV="0">
              <a:off x="375264" y="0"/>
              <a:ext cx="96642" cy="861219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71544496" name=""/>
            <p:cNvSpPr/>
            <p:nvPr/>
          </p:nvSpPr>
          <p:spPr bwMode="auto">
            <a:xfrm rot="0" flipH="0" flipV="0">
              <a:off x="562898" y="0"/>
              <a:ext cx="96642" cy="861219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3858374" name=""/>
          <p:cNvSpPr/>
          <p:nvPr/>
        </p:nvSpPr>
        <p:spPr bwMode="auto">
          <a:xfrm rot="0" flipH="1" flipV="0">
            <a:off x="247442" y="277327"/>
            <a:ext cx="592344" cy="592344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484124641" name=""/>
          <p:cNvSpPr/>
          <p:nvPr/>
        </p:nvSpPr>
        <p:spPr bwMode="auto">
          <a:xfrm rot="5399909" flipH="1" flipV="0">
            <a:off x="11546977" y="1602371"/>
            <a:ext cx="390025" cy="336231"/>
          </a:xfrm>
          <a:prstGeom prst="triangle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598088908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22775" y="0"/>
            <a:ext cx="12237552" cy="6858000"/>
          </a:xfrm>
          <a:prstGeom prst="rect">
            <a:avLst/>
          </a:prstGeom>
        </p:spPr>
      </p:pic>
      <p:sp>
        <p:nvSpPr>
          <p:cNvPr id="159376044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6" y="869670"/>
            <a:ext cx="3932235" cy="1338674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>
            <a:lvl1pPr>
              <a:defRPr sz="32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88502524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6" y="869670"/>
            <a:ext cx="6146148" cy="499137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869630065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6" y="2208348"/>
            <a:ext cx="3932235" cy="3660637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16308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73472738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923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93994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86187044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47117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628024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00275727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50165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766932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3412760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7040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63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4276525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89285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613470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2799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6200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4383763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515044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630594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1336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781316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70540211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182880" tIns="182880" rIns="182880" bIns="45720" numCol="1" spcCol="0" rtlCol="0" fromWordArt="0" anchor="t" anchorCtr="0" forceAA="0" upright="0" compatLnSpc="0">
            <a:normAutofit/>
          </a:bodyPr>
          <a:lstStyle>
            <a:lvl1pPr>
              <a:buNone/>
              <a:defRPr sz="2400">
                <a:solidFill>
                  <a:schemeClr val="tx2"/>
                </a:solidFill>
              </a:defRPr>
            </a:lvl1pPr>
            <a:lvl2pPr>
              <a:buNone/>
              <a:defRPr sz="20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400">
                <a:solidFill>
                  <a:schemeClr val="tx2"/>
                </a:solidFill>
              </a:defRPr>
            </a:lvl4pPr>
            <a:lvl5pPr>
              <a:buNone/>
              <a:defRPr sz="1100"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5693297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7953041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087561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741295" name="Τίτλος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sz="4000" b="1" i="0" u="none" strike="noStrike" cap="none" spc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The CultCat</a:t>
            </a:r>
            <a:endParaRPr sz="40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09879840" name="Θέση περιεχομένου 2"/>
          <p:cNvSpPr>
            <a:spLocks noGrp="1"/>
          </p:cNvSpPr>
          <p:nvPr>
            <p:ph idx="1"/>
          </p:nvPr>
        </p:nvSpPr>
        <p:spPr bwMode="auto">
          <a:xfrm>
            <a:off x="838197" y="2208349"/>
            <a:ext cx="10515600" cy="3971785"/>
          </a:xfrm>
        </p:spPr>
        <p:txBody>
          <a:bodyPr/>
          <a:lstStyle/>
          <a:p>
            <a:pPr marL="0" indent="0" algn="ctr">
              <a:buFont typeface="Arial"/>
              <a:buNone/>
              <a:defRPr/>
            </a:pPr>
            <a:r>
              <a:rPr lang="el-GR" sz="2400" b="0" i="0" u="none" strike="noStrike" cap="none" spc="0">
                <a:solidFill>
                  <a:srgbClr val="373545"/>
                </a:solidFill>
                <a:latin typeface="Arial"/>
                <a:ea typeface="Arial"/>
                <a:cs typeface="Arial"/>
              </a:rPr>
              <a:t>Εικονική Πραγματικότητα</a:t>
            </a:r>
            <a:r>
              <a:rPr lang="el-GR" sz="2400" b="0" i="0" u="none" strike="noStrike" cap="none" spc="0">
                <a:solidFill>
                  <a:srgbClr val="373545"/>
                </a:solidFill>
                <a:latin typeface="+mn-lt"/>
                <a:ea typeface="+mn-ea"/>
                <a:cs typeface="+mn-cs"/>
              </a:rPr>
              <a:t> </a:t>
            </a:r>
            <a:r>
              <a:rPr lang="el-GR" sz="2400" b="0" i="0" u="none" strike="noStrike" cap="none" spc="0">
                <a:solidFill>
                  <a:srgbClr val="373545"/>
                </a:solidFill>
                <a:latin typeface="Arial"/>
                <a:ea typeface="Arial"/>
                <a:cs typeface="Arial"/>
              </a:rPr>
              <a:t>Σεπτέμβριος 2026 </a:t>
            </a:r>
            <a:endParaRPr sz="2400" b="0" i="0" u="none" strike="noStrike" cap="none" spc="0">
              <a:solidFill>
                <a:srgbClr val="373545"/>
              </a:solidFill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endParaRPr sz="2400" b="0" i="0" u="none">
              <a:solidFill>
                <a:srgbClr val="373545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buFont typeface="Arial"/>
              <a:buNone/>
              <a:defRPr/>
            </a:pPr>
            <a:r>
              <a:rPr lang="el-GR" sz="2400" b="0" i="0" u="none" strike="noStrike" cap="none" spc="0">
                <a:solidFill>
                  <a:srgbClr val="373545"/>
                </a:solidFill>
                <a:latin typeface="Arial"/>
                <a:ea typeface="Arial"/>
                <a:cs typeface="Arial"/>
              </a:rPr>
              <a:t>Αντικείμενο: </a:t>
            </a:r>
            <a:endParaRPr sz="2400" b="0" i="0" u="none">
              <a:solidFill>
                <a:srgbClr val="373545"/>
              </a:solidFill>
              <a:latin typeface="Arial"/>
              <a:ea typeface="Arial"/>
              <a:cs typeface="Arial"/>
            </a:endParaRPr>
          </a:p>
          <a:p>
            <a:pPr marL="261849" indent="-261849" algn="l">
              <a:buFont typeface="Arial"/>
              <a:buChar char="•"/>
              <a:defRPr/>
            </a:pPr>
            <a:r>
              <a:rPr lang="el-GR" sz="2400" b="0" i="0" u="none" strike="noStrike" cap="none" spc="0">
                <a:solidFill>
                  <a:srgbClr val="373545"/>
                </a:solidFill>
                <a:latin typeface="Arial"/>
                <a:ea typeface="Arial"/>
                <a:cs typeface="Arial"/>
              </a:rPr>
              <a:t>Village</a:t>
            </a:r>
            <a:endParaRPr sz="2400">
              <a:solidFill>
                <a:srgbClr val="373545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buFont typeface="Arial"/>
              <a:buNone/>
              <a:defRPr/>
            </a:pPr>
            <a:r>
              <a:rPr lang="el-GR" sz="2400" b="0" i="0" u="none" strike="noStrike" cap="none" spc="0">
                <a:solidFill>
                  <a:srgbClr val="373545"/>
                </a:solidFill>
                <a:latin typeface="Arial"/>
                <a:ea typeface="Arial"/>
                <a:cs typeface="Arial"/>
              </a:rPr>
              <a:t>Ομάδα:</a:t>
            </a:r>
            <a:endParaRPr sz="2400">
              <a:solidFill>
                <a:srgbClr val="373545"/>
              </a:solidFill>
              <a:latin typeface="Arial"/>
              <a:cs typeface="Arial"/>
            </a:endParaRPr>
          </a:p>
          <a:p>
            <a:pPr marL="349965" indent="-349965" algn="l">
              <a:buFont typeface="Arial"/>
              <a:buChar char="•"/>
              <a:defRPr/>
            </a:pPr>
            <a:r>
              <a:rPr lang="el-GR" sz="2400" b="0" i="0" u="none" strike="noStrike" cap="none" spc="0">
                <a:solidFill>
                  <a:srgbClr val="373545"/>
                </a:solidFill>
                <a:latin typeface="Arial"/>
                <a:ea typeface="Arial"/>
                <a:cs typeface="Arial"/>
              </a:rPr>
              <a:t>Γιούριϊ Οσιπιάν (Π22125)</a:t>
            </a:r>
            <a:endParaRPr sz="2400" b="0" i="0" u="none">
              <a:solidFill>
                <a:srgbClr val="373545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l-GR" sz="2400" b="0" i="0" u="none" strike="noStrike" cap="none" spc="0">
                <a:solidFill>
                  <a:srgbClr val="373545"/>
                </a:solidFill>
                <a:latin typeface="Arial"/>
                <a:ea typeface="Arial"/>
                <a:cs typeface="Arial"/>
              </a:rPr>
              <a:t>Ιωάννα Ανδριανού (Π22010)</a:t>
            </a:r>
            <a:endParaRPr>
              <a:solidFill>
                <a:srgbClr val="37354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45843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882787"/>
            <a:ext cx="5257801" cy="1325561"/>
          </a:xfrm>
        </p:spPr>
        <p:txBody>
          <a:bodyPr/>
          <a:lstStyle/>
          <a:p>
            <a:pPr>
              <a:defRPr/>
            </a:pPr>
            <a:r>
              <a:rPr lang="el-GR" b="1">
                <a:solidFill>
                  <a:schemeClr val="accent2">
                    <a:lumMod val="75000"/>
                  </a:schemeClr>
                </a:solidFill>
              </a:rPr>
              <a:t>Εισαγωγή</a:t>
            </a:r>
            <a:endParaRPr/>
          </a:p>
        </p:txBody>
      </p:sp>
      <p:sp>
        <p:nvSpPr>
          <p:cNvPr id="148756616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2208349"/>
            <a:ext cx="5712502" cy="3971785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l-GR" sz="2000"/>
              <a:t>Είναι ένας </a:t>
            </a:r>
            <a:r>
              <a:rPr lang="en-US" sz="2000"/>
              <a:t>3D </a:t>
            </a:r>
            <a:r>
              <a:rPr lang="el-GR" sz="2000"/>
              <a:t>κόσμος φτιαγμένος σε </a:t>
            </a:r>
            <a:r>
              <a:rPr lang="en-US" sz="2000"/>
              <a:t>Unity 6</a:t>
            </a:r>
            <a:r>
              <a:rPr lang="el-GR" sz="2000"/>
              <a:t> με </a:t>
            </a:r>
            <a:r>
              <a:rPr lang="en-US" sz="2000"/>
              <a:t>C#</a:t>
            </a:r>
            <a:r>
              <a:rPr lang="el-GR" sz="2000"/>
              <a:t>, ο οποίος μέσα του παρουσιάζει μία ιστορίας ενός τόνου </a:t>
            </a:r>
            <a:r>
              <a:rPr lang="en-US" sz="2000"/>
              <a:t>(</a:t>
            </a:r>
            <a:r>
              <a:rPr lang="el-GR" sz="2000"/>
              <a:t>ψάρι</a:t>
            </a:r>
            <a:r>
              <a:rPr lang="en-US" sz="2000"/>
              <a:t>)</a:t>
            </a:r>
            <a:r>
              <a:rPr lang="el-GR" sz="2000"/>
              <a:t> που χάθηκε μέσα σε δάσος και βρίσκει μικρό άδειο χωριό με </a:t>
            </a:r>
            <a:r>
              <a:rPr sz="2000"/>
              <a:t>κατακόμβες</a:t>
            </a:r>
            <a:endParaRPr sz="2000"/>
          </a:p>
          <a:p>
            <a:pPr marL="0" indent="0">
              <a:buFont typeface="Arial"/>
              <a:buNone/>
              <a:defRPr/>
            </a:pPr>
            <a:r>
              <a:rPr sz="2000"/>
              <a:t>Στόχος του παίκτη είναι να εξερευνήσει τις κατακόμβες και να βρει την αλήθεια </a:t>
            </a:r>
            <a:endParaRPr/>
          </a:p>
        </p:txBody>
      </p:sp>
      <p:pic>
        <p:nvPicPr>
          <p:cNvPr id="7730227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088504" y="882787"/>
            <a:ext cx="3154043" cy="1745406"/>
          </a:xfrm>
          <a:prstGeom prst="rect">
            <a:avLst/>
          </a:prstGeom>
        </p:spPr>
      </p:pic>
      <p:pic>
        <p:nvPicPr>
          <p:cNvPr id="168869820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279129" y="2681110"/>
            <a:ext cx="3154043" cy="1758288"/>
          </a:xfrm>
          <a:prstGeom prst="rect">
            <a:avLst/>
          </a:prstGeom>
        </p:spPr>
      </p:pic>
      <p:pic>
        <p:nvPicPr>
          <p:cNvPr id="133676436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064838" y="4492316"/>
            <a:ext cx="3201376" cy="17936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8334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b="1">
                <a:solidFill>
                  <a:schemeClr val="accent2">
                    <a:lumMod val="75000"/>
                  </a:schemeClr>
                </a:solidFill>
              </a:rPr>
              <a:t>Ιστορία - Ροή του παιχνιδιού</a:t>
            </a:r>
            <a:endParaRPr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3372394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70969" y="2208349"/>
            <a:ext cx="2025514" cy="2263108"/>
          </a:xfrm>
        </p:spPr>
        <p:txBody>
          <a:bodyPr vertOverflow="overflow" horzOverflow="overflow" vert="horz" wrap="square" lIns="182880" tIns="182880" rIns="18288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 algn="ctr">
              <a:buFont typeface="Arial"/>
              <a:buNone/>
              <a:defRPr/>
            </a:pPr>
            <a:r>
              <a:rPr/>
              <a:t>Δάσος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 sz="1400"/>
              <a:t>Ο παίκτης αρχίζει στη μέση του δάσους με μονοπάτι προς ένα</a:t>
            </a:r>
            <a:r>
              <a:rPr sz="1400"/>
              <a:t> χωριό. Χωριό περίεργα μικρό και άδειο. Στην απόφαση να το εξερευνήσει βρίσκει είσοδος σε κάτι που θυμίζει λαβύρινθο</a:t>
            </a:r>
            <a:endParaRPr sz="1400"/>
          </a:p>
        </p:txBody>
      </p:sp>
      <p:sp>
        <p:nvSpPr>
          <p:cNvPr id="1481284174" name="Content Placeholder 2"/>
          <p:cNvSpPr>
            <a:spLocks noGrp="1"/>
          </p:cNvSpPr>
          <p:nvPr/>
        </p:nvSpPr>
        <p:spPr bwMode="auto">
          <a:xfrm flipH="0" flipV="0">
            <a:off x="2390972" y="2220539"/>
            <a:ext cx="2063554" cy="2439497"/>
          </a:xfrm>
        </p:spPr>
        <p:txBody>
          <a:bodyPr vertOverflow="overflow" horzOverflow="overflow" vert="horz" wrap="square" lIns="182880" tIns="182880" rIns="182880" bIns="45720" numCol="1" spcCol="0" rtlCol="0" fromWordArt="0" anchor="t" anchorCtr="0" forceAA="0" upright="0" compatLnSpc="0">
            <a:normAutofit fontScale="85000" lnSpcReduction="3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1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  <a:defRPr/>
            </a:pPr>
            <a:r>
              <a:rPr/>
              <a:t>Κατακόμβες</a:t>
            </a:r>
            <a:r>
              <a:rPr/>
              <a:t> 1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 sz="1400"/>
              <a:t>Μέσα στον λαβύρινθο καταλαβαίνει ο παίκτης ότι δεν είναι απλός λαβύρινθος αλλά ολόκληρη πόλη κάτω από την γη. Τώρα όταν έμαθε κάτι τέτοιο, δεν μπορεί να μην την εξερευνήσει</a:t>
            </a:r>
            <a:endParaRPr sz="1400"/>
          </a:p>
        </p:txBody>
      </p:sp>
      <p:sp>
        <p:nvSpPr>
          <p:cNvPr id="1095962192" name="Content Placeholder 2"/>
          <p:cNvSpPr>
            <a:spLocks noGrp="1"/>
          </p:cNvSpPr>
          <p:nvPr/>
        </p:nvSpPr>
        <p:spPr bwMode="auto">
          <a:xfrm flipH="0" flipV="0">
            <a:off x="4985995" y="2220539"/>
            <a:ext cx="2008725" cy="2691891"/>
          </a:xfrm>
        </p:spPr>
        <p:txBody>
          <a:bodyPr vertOverflow="overflow" horzOverflow="overflow" vert="horz" wrap="square" lIns="182880" tIns="182880" rIns="182880" bIns="45720" numCol="1" spcCol="0" rtlCol="0" fromWordArt="0" anchor="t" anchorCtr="0" forceAA="0" upright="0" compatLnSpc="0">
            <a:normAutofit fontScale="85000" lnSpcReduction="3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1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  <a:defRPr/>
            </a:pPr>
            <a:r>
              <a:rPr/>
              <a:t>Κατακόμβες</a:t>
            </a:r>
            <a:r>
              <a:rPr/>
              <a:t> 2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 sz="1400"/>
              <a:t>Στην εξερεύνηση της πόλης συναντάει ροζ γάτ</a:t>
            </a:r>
            <a:r>
              <a:rPr sz="1400"/>
              <a:t>ε</a:t>
            </a:r>
            <a:r>
              <a:rPr sz="1400"/>
              <a:t>ς που φαίνεται ότι δεν είναι φιλικές προς τον παίκτη. Το μόνο που μπορεί να κάνει ο παίκτης είναι είτε να τις αντιμετωπίζει με το όπλο που βγάζει μπουρμπουλήθρες είτε να τις αποφεύγει </a:t>
            </a:r>
            <a:endParaRPr sz="1400"/>
          </a:p>
        </p:txBody>
      </p:sp>
      <p:sp>
        <p:nvSpPr>
          <p:cNvPr id="313949211" name="Content Placeholder 2"/>
          <p:cNvSpPr>
            <a:spLocks noGrp="1"/>
          </p:cNvSpPr>
          <p:nvPr/>
        </p:nvSpPr>
        <p:spPr bwMode="auto">
          <a:xfrm flipH="0" flipV="0">
            <a:off x="7524678" y="2220539"/>
            <a:ext cx="1948307" cy="1589460"/>
          </a:xfrm>
        </p:spPr>
        <p:txBody>
          <a:bodyPr vertOverflow="overflow" horzOverflow="overflow" vert="horz" wrap="square" lIns="182880" tIns="182880" rIns="182880" bIns="45720" numCol="1" spcCol="0" rtlCol="0" fromWordArt="0" anchor="t" anchorCtr="0" forceAA="0" upright="0" compatLnSpc="0">
            <a:normAutofit fontScale="85000" lnSpcReduction="3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1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  <a:defRPr/>
            </a:pPr>
            <a:r>
              <a:rPr/>
              <a:t>Κατακόμβες</a:t>
            </a:r>
            <a:r>
              <a:rPr/>
              <a:t> 3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 sz="1400"/>
              <a:t>Στο τέλος ο παίκτης βρίσκει ένα βιβλίο στο οποίο γράφει ότι κοιμάται σε </a:t>
            </a:r>
            <a:r>
              <a:rPr lang="en-US" sz="1400"/>
              <a:t>trance ό</a:t>
            </a:r>
            <a:r>
              <a:rPr lang="el-GR" sz="1400"/>
              <a:t>νειρο και πρέπει να ξυπνήσει</a:t>
            </a:r>
            <a:r>
              <a:rPr sz="1400"/>
              <a:t> </a:t>
            </a:r>
            <a:endParaRPr sz="1400"/>
          </a:p>
        </p:txBody>
      </p:sp>
      <p:sp>
        <p:nvSpPr>
          <p:cNvPr id="1658122547" name=""/>
          <p:cNvSpPr/>
          <p:nvPr/>
        </p:nvSpPr>
        <p:spPr bwMode="auto">
          <a:xfrm rot="0" flipH="0" flipV="0">
            <a:off x="1876780" y="2332407"/>
            <a:ext cx="639408" cy="43391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1040186" name="Content Placeholder 2"/>
          <p:cNvSpPr>
            <a:spLocks noGrp="1"/>
          </p:cNvSpPr>
          <p:nvPr/>
        </p:nvSpPr>
        <p:spPr bwMode="auto">
          <a:xfrm flipH="0" flipV="0">
            <a:off x="10062180" y="2232024"/>
            <a:ext cx="1968444" cy="1107879"/>
          </a:xfrm>
        </p:spPr>
        <p:txBody>
          <a:bodyPr vertOverflow="overflow" horzOverflow="overflow" vert="horz" wrap="square" lIns="182880" tIns="182880" rIns="182880" bIns="45720" numCol="1" spcCol="0" rtlCol="0" fromWordArt="0" anchor="t" anchorCtr="0" forceAA="0" upright="0" compatLnSpc="0">
            <a:normAutofit fontScale="85000" lnSpcReduction="3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1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  <a:defRPr/>
            </a:pPr>
            <a:r>
              <a:rPr/>
              <a:t>Τελική σκηνή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 sz="1400"/>
              <a:t>Αφού ξυπνήσει ο παίκτης. Θα δει ένα μικρό </a:t>
            </a:r>
            <a:r>
              <a:rPr lang="en-US" sz="1400"/>
              <a:t>comic</a:t>
            </a:r>
            <a:endParaRPr sz="1400"/>
          </a:p>
        </p:txBody>
      </p:sp>
      <p:sp>
        <p:nvSpPr>
          <p:cNvPr id="709558758" name=""/>
          <p:cNvSpPr/>
          <p:nvPr/>
        </p:nvSpPr>
        <p:spPr bwMode="auto">
          <a:xfrm rot="0" flipH="0" flipV="0">
            <a:off x="4454526" y="2332407"/>
            <a:ext cx="639408" cy="43391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1792004" name=""/>
          <p:cNvSpPr/>
          <p:nvPr/>
        </p:nvSpPr>
        <p:spPr bwMode="auto">
          <a:xfrm rot="0" flipH="0" flipV="0">
            <a:off x="7041093" y="2332407"/>
            <a:ext cx="639408" cy="43391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51265373" name=""/>
          <p:cNvSpPr/>
          <p:nvPr/>
        </p:nvSpPr>
        <p:spPr bwMode="auto">
          <a:xfrm rot="0" flipH="0" flipV="0">
            <a:off x="9610184" y="2332407"/>
            <a:ext cx="639408" cy="43391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0405598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69586" y="5593997"/>
            <a:ext cx="1518998" cy="853016"/>
          </a:xfrm>
          <a:prstGeom prst="rect">
            <a:avLst/>
          </a:prstGeom>
        </p:spPr>
      </p:pic>
      <p:pic>
        <p:nvPicPr>
          <p:cNvPr id="126385774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69586" y="4721489"/>
            <a:ext cx="1518998" cy="846797"/>
          </a:xfrm>
          <a:prstGeom prst="rect">
            <a:avLst/>
          </a:prstGeom>
        </p:spPr>
      </p:pic>
      <p:pic>
        <p:nvPicPr>
          <p:cNvPr id="172730771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632601" y="5593997"/>
            <a:ext cx="1580295" cy="885400"/>
          </a:xfrm>
          <a:prstGeom prst="rect">
            <a:avLst/>
          </a:prstGeom>
        </p:spPr>
      </p:pic>
      <p:pic>
        <p:nvPicPr>
          <p:cNvPr id="1267511951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2632601" y="4684269"/>
            <a:ext cx="1580295" cy="884017"/>
          </a:xfrm>
          <a:prstGeom prst="rect">
            <a:avLst/>
          </a:prstGeom>
        </p:spPr>
      </p:pic>
      <p:pic>
        <p:nvPicPr>
          <p:cNvPr id="86749339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5187195" y="5593997"/>
            <a:ext cx="1606327" cy="892404"/>
          </a:xfrm>
          <a:prstGeom prst="rect">
            <a:avLst/>
          </a:prstGeom>
        </p:spPr>
      </p:pic>
      <p:pic>
        <p:nvPicPr>
          <p:cNvPr id="1609028015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7684345" y="5593997"/>
            <a:ext cx="1628971" cy="917466"/>
          </a:xfrm>
          <a:prstGeom prst="rect">
            <a:avLst/>
          </a:prstGeom>
        </p:spPr>
      </p:pic>
      <p:pic>
        <p:nvPicPr>
          <p:cNvPr id="1054442215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7680502" y="4660750"/>
            <a:ext cx="1632815" cy="907537"/>
          </a:xfrm>
          <a:prstGeom prst="rect">
            <a:avLst/>
          </a:prstGeom>
        </p:spPr>
      </p:pic>
      <p:pic>
        <p:nvPicPr>
          <p:cNvPr id="1426967298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10209478" y="5593996"/>
            <a:ext cx="1673846" cy="9278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6118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l-GR" b="1">
                <a:solidFill>
                  <a:schemeClr val="accent2">
                    <a:lumMod val="75000"/>
                  </a:schemeClr>
                </a:solidFill>
              </a:rPr>
              <a:t>Τεχνολογίες</a:t>
            </a:r>
            <a:endParaRPr b="1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1572296001" name=""/>
          <p:cNvGraphicFramePr>
            <a:graphicFrameLocks xmlns:a="http://schemas.openxmlformats.org/drawingml/2006/main"/>
          </p:cNvGraphicFramePr>
          <p:nvPr/>
        </p:nvGraphicFramePr>
        <p:xfrm rot="0">
          <a:off x="838197" y="2075708"/>
          <a:ext cx="7678683" cy="4393746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{8A107856-5554-42FB-B03E-39F5DBC370BA}</a:tableStyleId>
              </a:tblPr>
              <a:tblGrid>
                <a:gridCol w="2792396"/>
                <a:gridCol w="4886285"/>
              </a:tblGrid>
              <a:tr h="331603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Engine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Unity 6000.3.15f1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2569927">
                <a:tc>
                  <a:txBody>
                    <a:bodyPr/>
                    <a:p>
                      <a:pPr>
                        <a:defRPr/>
                      </a:pP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Μηχαν</a:t>
                      </a: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ές στα οπο</a:t>
                      </a: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ία ε</a:t>
                      </a: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ίχε τρ</a:t>
                      </a: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έξη η εφαρμογ</a:t>
                      </a: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ή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Lenovo </a:t>
                      </a: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LNVNB161216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  <a:p>
                      <a:pPr marL="0" indent="0"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 GPU: Nvidia RTX 3050 Laptop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  <a:p>
                      <a:pPr marL="0" indent="0"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 CPU: Intel i5 11320H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  <a:p>
                      <a:pPr marL="0" indent="0"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 RAM: 16GB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  <a:p>
                      <a:pPr marL="0" indent="0"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Mac </a:t>
                      </a: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Μ2</a:t>
                      </a:r>
                      <a:endParaRPr lang="el-GR"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>
                        <a:defRPr/>
                      </a:pPr>
                      <a:r>
                        <a:rPr lang="en-GB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GB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RAM: 8GB</a:t>
                      </a:r>
                      <a:endParaRPr lang="en-GB"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>
                        <a:defRPr/>
                      </a:pPr>
                      <a:r>
                        <a:rPr lang="en-GB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- M2 Chip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  <a:p>
                      <a:pPr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PC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  <a:p>
                      <a:pPr marL="0" indent="0"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 GPU: AMD RX7600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  <a:p>
                      <a:pPr marL="0" indent="0"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- CPU: AMD ryzen 5 </a:t>
                      </a:r>
                      <a:r>
                        <a:rPr lang="ru-RU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5600</a:t>
                      </a: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  <a:p>
                      <a:pPr marL="0" indent="0"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RAM: 16GB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  <a:p>
                      <a:pPr marL="0" indent="0">
                        <a:defRPr/>
                      </a:pP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829009">
                <a:tc>
                  <a:txBody>
                    <a:bodyPr/>
                    <a:p>
                      <a:pPr>
                        <a:defRPr/>
                      </a:pP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Λογισμικ</a:t>
                      </a: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ά στα οπο</a:t>
                      </a: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ία </a:t>
                      </a: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ε</a:t>
                      </a: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ίχε τρ</a:t>
                      </a: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έξει η εφαρμογ</a:t>
                      </a: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ή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Arch Linux </a:t>
                      </a: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x86_64 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  <a:p>
                      <a:pPr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Mac OS </a:t>
                      </a:r>
                      <a:r>
                        <a:rPr lang="en-GB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Tahoe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  <a:p>
                      <a:pPr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Windows 11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331603">
                <a:tc>
                  <a:txBody>
                    <a:bodyPr/>
                    <a:p>
                      <a:pPr>
                        <a:defRPr/>
                      </a:pP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Γλ</a:t>
                      </a:r>
                      <a:r>
                        <a:rPr lang="el-GR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ώσσα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C# 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331603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Rendering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1">
                          <a:solidFill>
                            <a:schemeClr val="tx1">
                              <a:wordTint val="191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URP</a:t>
                      </a:r>
                      <a:endParaRPr sz="1400" b="1">
                        <a:solidFill>
                          <a:schemeClr val="tx1">
                            <a:wordTint val="191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6740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l-GR" b="1">
                <a:solidFill>
                  <a:schemeClr val="accent2">
                    <a:lumMod val="75000"/>
                  </a:schemeClr>
                </a:solidFill>
              </a:rPr>
              <a:t>Χειρισμοί</a:t>
            </a:r>
            <a:endParaRPr b="1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1507581347" name=""/>
          <p:cNvGraphicFramePr>
            <a:graphicFrameLocks xmlns:a="http://schemas.openxmlformats.org/drawingml/2006/main"/>
          </p:cNvGraphicFramePr>
          <p:nvPr/>
        </p:nvGraphicFramePr>
        <p:xfrm rot="0">
          <a:off x="838197" y="2208349"/>
          <a:ext cx="5904864" cy="329183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{21E4AEA4-8DFA-4A89-87EB-49C32662AFE0}</a:tableStyleId>
              </a:tblPr>
              <a:tblGrid>
                <a:gridCol w="2952114"/>
                <a:gridCol w="2952749"/>
              </a:tblGrid>
              <a:tr h="1981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latin typeface="Arial"/>
                          <a:ea typeface="Arial"/>
                          <a:cs typeface="Arial"/>
                        </a:rPr>
                        <a:t>W, A, S, D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>
                          <a:latin typeface="Arial"/>
                          <a:ea typeface="Arial"/>
                          <a:cs typeface="Arial"/>
                        </a:rPr>
                        <a:t>Movements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1981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>
                          <a:latin typeface="Arial"/>
                          <a:ea typeface="Arial"/>
                          <a:cs typeface="Arial"/>
                        </a:rPr>
                        <a:t>SPACE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latin typeface="Arial"/>
                          <a:ea typeface="Arial"/>
                          <a:cs typeface="Arial"/>
                        </a:rPr>
                        <a:t>Jump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1981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latin typeface="Arial"/>
                          <a:ea typeface="Arial"/>
                          <a:cs typeface="Arial"/>
                        </a:rPr>
                        <a:t>SHIFT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latin typeface="Arial"/>
                          <a:ea typeface="Arial"/>
                          <a:cs typeface="Arial"/>
                        </a:rPr>
                        <a:t>Run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1981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latin typeface="Arial"/>
                          <a:ea typeface="Arial"/>
                          <a:cs typeface="Arial"/>
                        </a:rPr>
                        <a:t>Mouse Movement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latin typeface="Arial"/>
                          <a:ea typeface="Arial"/>
                          <a:cs typeface="Arial"/>
                        </a:rPr>
                        <a:t>Rotation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1981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latin typeface="Arial"/>
                          <a:ea typeface="Arial"/>
                          <a:cs typeface="Arial"/>
                        </a:rPr>
                        <a:t>Q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>
                          <a:latin typeface="Arial"/>
                          <a:ea typeface="Arial"/>
                          <a:cs typeface="Arial"/>
                        </a:rPr>
                        <a:t>Healing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1981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i="0">
                          <a:latin typeface="Arial"/>
                          <a:ea typeface="Arial"/>
                          <a:cs typeface="Arial"/>
                        </a:rPr>
                        <a:t>Interact</a:t>
                      </a:r>
                      <a:endParaRPr i="0"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1981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>
                          <a:latin typeface="Arial"/>
                          <a:ea typeface="Arial"/>
                          <a:cs typeface="Arial"/>
                        </a:rPr>
                        <a:t>Bullet Reload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1981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latin typeface="Arial"/>
                          <a:ea typeface="Arial"/>
                          <a:cs typeface="Arial"/>
                        </a:rPr>
                        <a:t>Left Click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>
                          <a:latin typeface="Arial"/>
                          <a:ea typeface="Arial"/>
                          <a:cs typeface="Arial"/>
                        </a:rPr>
                        <a:t>Shoot</a:t>
                      </a:r>
                      <a:br>
                        <a:rPr lang="en-US">
                          <a:latin typeface="Arial"/>
                          <a:ea typeface="Arial"/>
                          <a:cs typeface="Arial"/>
                        </a:rPr>
                      </a:b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1981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>
                          <a:latin typeface="Arial"/>
                          <a:ea typeface="Arial"/>
                          <a:cs typeface="Arial"/>
                        </a:rPr>
                        <a:t>ESC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>
                          <a:latin typeface="Arial"/>
                          <a:ea typeface="Arial"/>
                          <a:cs typeface="Arial"/>
                        </a:rPr>
                        <a:t>Pause Game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94729333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129462" y="588618"/>
            <a:ext cx="2896818" cy="2877915"/>
          </a:xfrm>
          <a:prstGeom prst="rect">
            <a:avLst/>
          </a:prstGeom>
        </p:spPr>
      </p:pic>
      <p:pic>
        <p:nvPicPr>
          <p:cNvPr id="155001990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226983" y="3679031"/>
            <a:ext cx="2573327" cy="29072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2686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l-GR" b="1">
                <a:solidFill>
                  <a:schemeClr val="accent2">
                    <a:lumMod val="75000"/>
                  </a:schemeClr>
                </a:solidFill>
              </a:rPr>
              <a:t>Αλληλεπίδραση με τον παίκτη</a:t>
            </a:r>
            <a:endParaRPr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640261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2208349"/>
            <a:ext cx="4855856" cy="3971785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000"/>
              <a:t>Ο παίκτης κατά την διάρκ</a:t>
            </a:r>
            <a:r>
              <a:rPr sz="2000"/>
              <a:t>εια του παιχνιδιού μπορεί να δει:</a:t>
            </a:r>
            <a:endParaRPr sz="2000"/>
          </a:p>
          <a:p>
            <a:pPr marL="349965" indent="-349965">
              <a:buFont typeface="Arial"/>
              <a:buAutoNum type="arabicPeriod"/>
              <a:defRPr/>
            </a:pPr>
            <a:r>
              <a:rPr sz="2000"/>
              <a:t>Ζωή</a:t>
            </a:r>
            <a:endParaRPr sz="2000"/>
          </a:p>
          <a:p>
            <a:pPr marL="349965" indent="-349965">
              <a:buFont typeface="Arial"/>
              <a:buAutoNum type="arabicPeriod"/>
              <a:defRPr/>
            </a:pPr>
            <a:r>
              <a:rPr lang="en-US" sz="2000"/>
              <a:t>Healing packs</a:t>
            </a:r>
            <a:endParaRPr sz="2000"/>
          </a:p>
          <a:p>
            <a:pPr marL="349965" indent="-349965">
              <a:buFont typeface="Arial"/>
              <a:buAutoNum type="arabicPeriod"/>
              <a:defRPr/>
            </a:pPr>
            <a:r>
              <a:rPr lang="el-GR" sz="2000"/>
              <a:t>Σφαίρες</a:t>
            </a:r>
            <a:endParaRPr sz="2000"/>
          </a:p>
          <a:p>
            <a:pPr marL="349965" indent="-349965">
              <a:buFont typeface="Arial"/>
              <a:buAutoNum type="arabicPeriod"/>
              <a:defRPr/>
            </a:pPr>
            <a:r>
              <a:rPr lang="en-US" sz="2000"/>
              <a:t>Cros</a:t>
            </a:r>
            <a:r>
              <a:rPr lang="en-GB" sz="2000"/>
              <a:t>s</a:t>
            </a:r>
            <a:r>
              <a:rPr lang="en-US" sz="2000"/>
              <a:t>h</a:t>
            </a:r>
            <a:r>
              <a:rPr lang="en-GB" sz="2000"/>
              <a:t>ai</a:t>
            </a:r>
            <a:r>
              <a:rPr lang="en-US" sz="2000"/>
              <a:t>r</a:t>
            </a:r>
            <a:endParaRPr sz="2000"/>
          </a:p>
          <a:p>
            <a:pPr marL="0" indent="0">
              <a:buFont typeface="Arial"/>
              <a:buNone/>
              <a:defRPr/>
            </a:pPr>
            <a:r>
              <a:rPr lang="el-GR" sz="2000"/>
              <a:t>Επίσ</a:t>
            </a:r>
            <a:r>
              <a:rPr lang="el-GR" sz="2000"/>
              <a:t>ης υπάρχει εφέ το οποίο εμφανίζεται όταν ο παίκτης έχει λίγη ζωή</a:t>
            </a:r>
            <a:r>
              <a:rPr lang="en-GB" sz="2000"/>
              <a:t>.</a:t>
            </a:r>
            <a:endParaRPr/>
          </a:p>
        </p:txBody>
      </p:sp>
      <p:pic>
        <p:nvPicPr>
          <p:cNvPr id="152881986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601948" y="3939613"/>
            <a:ext cx="2240405" cy="1209543"/>
          </a:xfrm>
          <a:prstGeom prst="rect">
            <a:avLst/>
          </a:prstGeom>
        </p:spPr>
      </p:pic>
      <p:pic>
        <p:nvPicPr>
          <p:cNvPr id="54488134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601948" y="3228747"/>
            <a:ext cx="1602680" cy="506109"/>
          </a:xfrm>
          <a:prstGeom prst="rect">
            <a:avLst/>
          </a:prstGeom>
        </p:spPr>
      </p:pic>
      <p:pic>
        <p:nvPicPr>
          <p:cNvPr id="170284997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601948" y="2330948"/>
            <a:ext cx="679834" cy="668011"/>
          </a:xfrm>
          <a:prstGeom prst="rect">
            <a:avLst/>
          </a:prstGeom>
        </p:spPr>
      </p:pic>
      <p:pic>
        <p:nvPicPr>
          <p:cNvPr id="1295906640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866856" y="2208349"/>
            <a:ext cx="3668539" cy="2040794"/>
          </a:xfrm>
          <a:prstGeom prst="rect">
            <a:avLst/>
          </a:prstGeom>
        </p:spPr>
      </p:pic>
      <p:pic>
        <p:nvPicPr>
          <p:cNvPr id="1055489314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5866856" y="4385747"/>
            <a:ext cx="3658247" cy="20176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0243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b="1">
                <a:solidFill>
                  <a:schemeClr val="accent2">
                    <a:lumMod val="75000"/>
                  </a:schemeClr>
                </a:solidFill>
              </a:rPr>
              <a:t>Αλληλεπίδραση με το </a:t>
            </a: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UI</a:t>
            </a:r>
            <a:endParaRPr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387690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2208349"/>
            <a:ext cx="4620836" cy="2405983"/>
          </a:xfrm>
        </p:spPr>
        <p:txBody>
          <a:bodyPr vertOverflow="overflow" horzOverflow="overflow" vert="horz" wrap="square" lIns="182880" tIns="182880" rIns="18288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1800">
                <a:solidFill>
                  <a:srgbClr val="373545"/>
                </a:solidFill>
              </a:rPr>
              <a:t>Ο παίκτης έχει τις παρακάτω δυνατότητες</a:t>
            </a:r>
            <a:endParaRPr sz="1800">
              <a:solidFill>
                <a:srgbClr val="373545"/>
              </a:solidFill>
            </a:endParaRPr>
          </a:p>
          <a:p>
            <a:pPr marL="283879" indent="-283879">
              <a:buFont typeface="Arial"/>
              <a:buAutoNum type="arabicPeriod"/>
              <a:defRPr/>
            </a:pPr>
            <a:r>
              <a:rPr sz="1800">
                <a:solidFill>
                  <a:srgbClr val="373545"/>
                </a:solidFill>
              </a:rPr>
              <a:t>Αρχικό μενού</a:t>
            </a:r>
            <a:endParaRPr sz="1800">
              <a:solidFill>
                <a:srgbClr val="373545"/>
              </a:solidFill>
            </a:endParaRPr>
          </a:p>
          <a:p>
            <a:pPr marL="283879" indent="-283879">
              <a:buFont typeface="Arial"/>
              <a:buAutoNum type="arabicPeriod"/>
              <a:defRPr/>
            </a:pPr>
            <a:r>
              <a:rPr sz="1800">
                <a:solidFill>
                  <a:srgbClr val="373545"/>
                </a:solidFill>
              </a:rPr>
              <a:t>Ρυθμίσεις</a:t>
            </a:r>
            <a:endParaRPr sz="1800">
              <a:solidFill>
                <a:srgbClr val="373545"/>
              </a:solidFill>
            </a:endParaRPr>
          </a:p>
          <a:p>
            <a:pPr marL="283879" indent="-283879">
              <a:buFont typeface="Arial"/>
              <a:buAutoNum type="arabicPeriod"/>
              <a:defRPr/>
            </a:pPr>
            <a:r>
              <a:rPr sz="1800">
                <a:solidFill>
                  <a:srgbClr val="373545"/>
                </a:solidFill>
              </a:rPr>
              <a:t>Θάνατος</a:t>
            </a:r>
            <a:endParaRPr sz="1800">
              <a:solidFill>
                <a:srgbClr val="373545"/>
              </a:solidFill>
            </a:endParaRPr>
          </a:p>
          <a:p>
            <a:pPr marL="283879" indent="-283879">
              <a:buFont typeface="Arial"/>
              <a:buAutoNum type="arabicPeriod"/>
              <a:defRPr/>
            </a:pPr>
            <a:r>
              <a:rPr sz="1800">
                <a:solidFill>
                  <a:srgbClr val="373545"/>
                </a:solidFill>
              </a:rPr>
              <a:t>Μενού παιχνιδιού</a:t>
            </a:r>
            <a:endParaRPr sz="1800">
              <a:solidFill>
                <a:srgbClr val="373545"/>
              </a:solidFill>
            </a:endParaRPr>
          </a:p>
          <a:p>
            <a:pPr marL="283879" indent="-283879">
              <a:buFont typeface="Arial"/>
              <a:buAutoNum type="arabicPeriod"/>
              <a:defRPr/>
            </a:pPr>
            <a:r>
              <a:rPr sz="1800">
                <a:solidFill>
                  <a:srgbClr val="373545"/>
                </a:solidFill>
              </a:rPr>
              <a:t>Τελικό μενού</a:t>
            </a:r>
            <a:endParaRPr sz="1800">
              <a:solidFill>
                <a:srgbClr val="373545"/>
              </a:solidFill>
            </a:endParaRPr>
          </a:p>
        </p:txBody>
      </p:sp>
      <p:pic>
        <p:nvPicPr>
          <p:cNvPr id="18339402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760930" y="3007253"/>
            <a:ext cx="3193085" cy="1781705"/>
          </a:xfrm>
          <a:prstGeom prst="rect">
            <a:avLst/>
          </a:prstGeom>
        </p:spPr>
      </p:pic>
      <p:pic>
        <p:nvPicPr>
          <p:cNvPr id="23013346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765493" y="1187978"/>
            <a:ext cx="3176229" cy="1767417"/>
          </a:xfrm>
          <a:prstGeom prst="rect">
            <a:avLst/>
          </a:prstGeom>
        </p:spPr>
      </p:pic>
      <p:pic>
        <p:nvPicPr>
          <p:cNvPr id="112933652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437986" y="3007253"/>
            <a:ext cx="3227387" cy="1781705"/>
          </a:xfrm>
          <a:prstGeom prst="rect">
            <a:avLst/>
          </a:prstGeom>
        </p:spPr>
      </p:pic>
      <p:pic>
        <p:nvPicPr>
          <p:cNvPr id="962292654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8779304" y="4838351"/>
            <a:ext cx="3174711" cy="1774477"/>
          </a:xfrm>
          <a:prstGeom prst="rect">
            <a:avLst/>
          </a:prstGeom>
        </p:spPr>
      </p:pic>
      <p:pic>
        <p:nvPicPr>
          <p:cNvPr id="1844528649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5464103" y="4838351"/>
            <a:ext cx="3201271" cy="1774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086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b="1">
                <a:solidFill>
                  <a:schemeClr val="accent2">
                    <a:lumMod val="75000"/>
                  </a:schemeClr>
                </a:solidFill>
              </a:rPr>
              <a:t>Αλληλεπίδραση </a:t>
            </a:r>
            <a:r>
              <a:rPr b="1">
                <a:solidFill>
                  <a:schemeClr val="accent2">
                    <a:lumMod val="75000"/>
                  </a:schemeClr>
                </a:solidFill>
              </a:rPr>
              <a:t>με αντικείμενα και εχθρό</a:t>
            </a:r>
            <a:endParaRPr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7702840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2114042"/>
            <a:ext cx="5563158" cy="2994487"/>
          </a:xfrm>
        </p:spPr>
        <p:txBody>
          <a:bodyPr vertOverflow="overflow" horzOverflow="overflow" vert="horz" wrap="square" lIns="182880" tIns="182880" rIns="18288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1400"/>
              <a:t>Ο παίκτης μπορεί να αλληλεπιδρά με:</a:t>
            </a:r>
            <a:endParaRPr sz="1400"/>
          </a:p>
          <a:p>
            <a:pPr marL="294893" indent="-294893">
              <a:buFont typeface="Arial"/>
              <a:buAutoNum type="arabicPeriod"/>
              <a:defRPr/>
            </a:pPr>
            <a:r>
              <a:rPr sz="1400"/>
              <a:t>Πόρτες</a:t>
            </a:r>
            <a:endParaRPr sz="1400"/>
          </a:p>
          <a:p>
            <a:pPr marL="0" indent="0">
              <a:buFont typeface="Arial"/>
              <a:buNone/>
              <a:defRPr/>
            </a:pPr>
            <a:r>
              <a:rPr sz="1400"/>
              <a:t>2. Μοχλούς </a:t>
            </a:r>
            <a:endParaRPr sz="1400"/>
          </a:p>
          <a:p>
            <a:pPr marL="0" indent="0">
              <a:buFont typeface="Arial"/>
              <a:buNone/>
              <a:defRPr/>
            </a:pPr>
            <a:r>
              <a:rPr lang="el-GR" sz="1400"/>
              <a:t>3. </a:t>
            </a:r>
            <a:r>
              <a:rPr lang="en-US" sz="1400"/>
              <a:t>Pick up items</a:t>
            </a:r>
            <a:r>
              <a:rPr lang="el-GR" sz="1400"/>
              <a:t> (</a:t>
            </a:r>
            <a:r>
              <a:rPr lang="en-US" sz="1400"/>
              <a:t>Healing packs </a:t>
            </a:r>
            <a:r>
              <a:rPr lang="el-GR" sz="1400"/>
              <a:t>και </a:t>
            </a:r>
            <a:r>
              <a:rPr lang="en-US" sz="1400"/>
              <a:t>bullets</a:t>
            </a:r>
            <a:r>
              <a:rPr lang="el-GR" sz="1400"/>
              <a:t>)</a:t>
            </a:r>
            <a:endParaRPr sz="1400"/>
          </a:p>
          <a:p>
            <a:pPr marL="0" indent="0">
              <a:buFont typeface="Arial"/>
              <a:buNone/>
              <a:defRPr/>
            </a:pPr>
            <a:r>
              <a:rPr lang="el-GR" sz="1400"/>
              <a:t>4. Αντικείμενο τερματισμού παιχνιδιού</a:t>
            </a:r>
            <a:endParaRPr sz="1400"/>
          </a:p>
          <a:p>
            <a:pPr marL="0" indent="0">
              <a:buFont typeface="Arial"/>
              <a:buNone/>
              <a:defRPr/>
            </a:pPr>
            <a:r>
              <a:rPr lang="el-GR" sz="1400"/>
              <a:t>Σημείωση: Μόνο αντικείμενα αλληλεπίδρασης όταν βλέπονται από τον παίκτη, εμφανίζεται πράσινο περίγραμμα</a:t>
            </a:r>
            <a:endParaRPr sz="1400"/>
          </a:p>
          <a:p>
            <a:pPr marL="0" indent="0">
              <a:buFont typeface="Arial"/>
              <a:buNone/>
              <a:defRPr/>
            </a:pPr>
            <a:r>
              <a:rPr lang="el-GR" sz="1400"/>
              <a:t>Σημείωση: Μόνο για αντικείμενα </a:t>
            </a:r>
            <a:r>
              <a:rPr lang="en-US" sz="1400"/>
              <a:t>Pick up items </a:t>
            </a:r>
            <a:r>
              <a:rPr lang="el-GR" sz="1400"/>
              <a:t>υπάρχει ανεξάρτητο σταθερό περίγραμμα, ώστε ο παίκτης να μπορεί να ξεχωρίσει το αντικείμενο μεταξύ άλλων αντικειμένων</a:t>
            </a:r>
            <a:endParaRPr sz="1400"/>
          </a:p>
        </p:txBody>
      </p:sp>
      <p:pic>
        <p:nvPicPr>
          <p:cNvPr id="10778752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484495" y="2114042"/>
            <a:ext cx="2568346" cy="1455297"/>
          </a:xfrm>
          <a:prstGeom prst="rect">
            <a:avLst/>
          </a:prstGeom>
        </p:spPr>
      </p:pic>
      <p:pic>
        <p:nvPicPr>
          <p:cNvPr id="187956819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172222" y="2114042"/>
            <a:ext cx="2621342" cy="1455297"/>
          </a:xfrm>
          <a:prstGeom prst="rect">
            <a:avLst/>
          </a:prstGeom>
        </p:spPr>
      </p:pic>
      <p:pic>
        <p:nvPicPr>
          <p:cNvPr id="91301419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484495" y="3663647"/>
            <a:ext cx="2568346" cy="1444882"/>
          </a:xfrm>
          <a:prstGeom prst="rect">
            <a:avLst/>
          </a:prstGeom>
        </p:spPr>
      </p:pic>
      <p:pic>
        <p:nvPicPr>
          <p:cNvPr id="280225140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9172222" y="3663647"/>
            <a:ext cx="2618124" cy="1453510"/>
          </a:xfrm>
          <a:prstGeom prst="rect">
            <a:avLst/>
          </a:prstGeom>
        </p:spPr>
      </p:pic>
      <p:sp>
        <p:nvSpPr>
          <p:cNvPr id="814243741" name="Content Placeholder 2"/>
          <p:cNvSpPr>
            <a:spLocks noGrp="1"/>
          </p:cNvSpPr>
          <p:nvPr/>
        </p:nvSpPr>
        <p:spPr bwMode="auto">
          <a:xfrm flipH="0" flipV="0">
            <a:off x="838197" y="5611262"/>
            <a:ext cx="4849475" cy="773316"/>
          </a:xfrm>
        </p:spPr>
        <p:txBody>
          <a:bodyPr vertOverflow="overflow" horzOverflow="overflow" vert="horz" wrap="square" lIns="182880" tIns="182880" rIns="18288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1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sz="1400"/>
              <a:t>Ο εχθρός μπορεί να επιτεθεί από τον παίκτη και να κάνει επίθεση στον παίκτη</a:t>
            </a:r>
            <a:endParaRPr sz="1400"/>
          </a:p>
        </p:txBody>
      </p:sp>
      <p:pic>
        <p:nvPicPr>
          <p:cNvPr id="1377093404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6484495" y="5177556"/>
            <a:ext cx="2579248" cy="1442135"/>
          </a:xfrm>
          <a:prstGeom prst="rect">
            <a:avLst/>
          </a:prstGeom>
        </p:spPr>
      </p:pic>
      <p:pic>
        <p:nvPicPr>
          <p:cNvPr id="430531852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9169393" y="5177556"/>
            <a:ext cx="2620953" cy="14652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4089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l-GR" b="1">
                <a:solidFill>
                  <a:schemeClr val="accent2">
                    <a:lumMod val="75000"/>
                  </a:schemeClr>
                </a:solidFill>
              </a:rPr>
              <a:t>Εχθρός</a:t>
            </a:r>
            <a:endParaRPr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606890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2208349"/>
            <a:ext cx="10026925" cy="2337243"/>
          </a:xfrm>
        </p:spPr>
        <p:txBody>
          <a:bodyPr vertOverflow="overflow" horzOverflow="overflow" vert="horz" wrap="square" lIns="182880" tIns="182880" rIns="18288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1600">
                <a:solidFill>
                  <a:srgbClr val="373545"/>
                </a:solidFill>
              </a:rPr>
              <a:t>Ο εχθρός έχει 4 καταστάσεις</a:t>
            </a:r>
            <a:r>
              <a:rPr lang="en-US" sz="1600">
                <a:solidFill>
                  <a:srgbClr val="373545"/>
                </a:solidFill>
              </a:rPr>
              <a:t> {</a:t>
            </a:r>
            <a:r>
              <a:rPr lang="en-US" sz="1600">
                <a:solidFill>
                  <a:srgbClr val="373545"/>
                </a:solidFill>
              </a:rPr>
              <a:t>PATH_WALKS, FOLLOW_PLAYER, RANDOM_WALKS, LOOK_AROUND}</a:t>
            </a:r>
            <a:endParaRPr sz="1600">
              <a:solidFill>
                <a:srgbClr val="373545"/>
              </a:solidFill>
            </a:endParaRPr>
          </a:p>
          <a:p>
            <a:pPr marL="0" indent="0">
              <a:buFont typeface="Arial"/>
              <a:buNone/>
              <a:defRPr/>
            </a:pPr>
            <a:endParaRPr sz="1800">
              <a:solidFill>
                <a:srgbClr val="373545"/>
              </a:solidFill>
            </a:endParaRPr>
          </a:p>
        </p:txBody>
      </p:sp>
      <p:pic>
        <p:nvPicPr>
          <p:cNvPr id="147396762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411773" y="2810346"/>
            <a:ext cx="4132706" cy="3701723"/>
          </a:xfrm>
          <a:prstGeom prst="rect">
            <a:avLst/>
          </a:prstGeom>
        </p:spPr>
      </p:pic>
      <p:sp>
        <p:nvSpPr>
          <p:cNvPr id="1448115289" name=""/>
          <p:cNvSpPr txBox="1"/>
          <p:nvPr/>
        </p:nvSpPr>
        <p:spPr bwMode="auto">
          <a:xfrm rot="0" flipH="0" flipV="0">
            <a:off x="1047772" y="2848069"/>
            <a:ext cx="4933332" cy="2042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AutoNum type="arabicPeriod"/>
              <a:defRPr/>
            </a:pPr>
            <a:r>
              <a:rPr lang="en-US" sz="1600">
                <a:solidFill>
                  <a:srgbClr val="373545"/>
                </a:solidFill>
              </a:rPr>
              <a:t>LOOK_AROUND: </a:t>
            </a:r>
            <a:r>
              <a:rPr lang="el-GR" sz="1600">
                <a:solidFill>
                  <a:srgbClr val="373545"/>
                </a:solidFill>
              </a:rPr>
              <a:t>Ο εχθρός κάνει τυχαίες στροφές γύρο γύρο για να βρει τον παίκτη</a:t>
            </a:r>
            <a:endParaRPr sz="1600">
              <a:solidFill>
                <a:srgbClr val="373545"/>
              </a:solidFill>
            </a:endParaRPr>
          </a:p>
          <a:p>
            <a:pPr marL="283879" indent="-283879">
              <a:buAutoNum type="arabicPeriod"/>
              <a:defRPr/>
            </a:pPr>
            <a:r>
              <a:rPr lang="en-US" sz="1600">
                <a:solidFill>
                  <a:srgbClr val="373545"/>
                </a:solidFill>
              </a:rPr>
              <a:t>RANDOM_WALKS: </a:t>
            </a:r>
            <a:r>
              <a:rPr lang="el-GR" sz="1600">
                <a:solidFill>
                  <a:srgbClr val="373545"/>
                </a:solidFill>
              </a:rPr>
              <a:t>Ο εχθρός κάνει τυχαίες μετακινήσεις</a:t>
            </a:r>
            <a:endParaRPr sz="1600">
              <a:solidFill>
                <a:srgbClr val="373545"/>
              </a:solidFill>
            </a:endParaRPr>
          </a:p>
          <a:p>
            <a:pPr marL="283879" indent="-283879">
              <a:buAutoNum type="arabicPeriod"/>
              <a:defRPr/>
            </a:pPr>
            <a:r>
              <a:rPr lang="en-US" sz="1600">
                <a:solidFill>
                  <a:srgbClr val="373545"/>
                </a:solidFill>
              </a:rPr>
              <a:t>PATH_WALKS:</a:t>
            </a:r>
            <a:r>
              <a:rPr lang="el-GR" sz="1600">
                <a:solidFill>
                  <a:srgbClr val="373545"/>
                </a:solidFill>
              </a:rPr>
              <a:t> Ο εχθρός ακολουθεί συγκεκριμένο μονοπάτι</a:t>
            </a:r>
            <a:endParaRPr sz="1600">
              <a:solidFill>
                <a:srgbClr val="373545"/>
              </a:solidFill>
            </a:endParaRPr>
          </a:p>
          <a:p>
            <a:pPr marL="283879" indent="-283879">
              <a:buAutoNum type="arabicPeriod"/>
              <a:defRPr/>
            </a:pPr>
            <a:r>
              <a:rPr lang="en-US" sz="1600">
                <a:solidFill>
                  <a:srgbClr val="373545"/>
                </a:solidFill>
              </a:rPr>
              <a:t>FOLLOW_PLAYER: </a:t>
            </a:r>
            <a:r>
              <a:rPr lang="el-GR" sz="1600">
                <a:solidFill>
                  <a:srgbClr val="373545"/>
                </a:solidFill>
              </a:rPr>
              <a:t>Ο εχθρός ακολουθεί τον παίκτη</a:t>
            </a:r>
            <a:endParaRPr sz="1600">
              <a:solidFill>
                <a:srgbClr val="37354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6157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Optimizations</a:t>
            </a:r>
            <a:endParaRPr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5478476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2208349"/>
            <a:ext cx="6472919" cy="3337316"/>
          </a:xfrm>
        </p:spPr>
        <p:txBody>
          <a:bodyPr vertOverflow="overflow" horzOverflow="overflow" vert="horz" wrap="square" lIns="182880" tIns="182880" rIns="18288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Κεντρικός ελεγκτής Update</a:t>
            </a:r>
            <a:r>
              <a:rPr lang="en-US"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Controller</a:t>
            </a: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: Μειώνει ραγδαία το πλήθος των </a:t>
            </a: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Update()</a:t>
            </a: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 από το </a:t>
            </a:r>
            <a:r>
              <a:rPr lang="en-US"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Unity</a:t>
            </a: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 κάνοντας τα αντικατάσταση με </a:t>
            </a:r>
            <a:r>
              <a:rPr lang="en-US"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ManualUpdate() </a:t>
            </a: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(CPU)</a:t>
            </a:r>
            <a:endParaRPr sz="1800">
              <a:solidFill>
                <a:srgbClr val="373545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Occlusion culling: Γίνονται </a:t>
            </a:r>
            <a:r>
              <a:rPr lang="en-US"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render </a:t>
            </a: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μόνο τα </a:t>
            </a: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αντικείμενα που βλέπει ο παίκτης(GPU)</a:t>
            </a:r>
            <a:endParaRPr sz="1800">
              <a:solidFill>
                <a:srgbClr val="373545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LOD: Πολλά αντικείμενα έχουν 3 εκδώσεις διαφορετικής ποιότητας (GPU)</a:t>
            </a:r>
            <a:endParaRPr sz="1800">
              <a:solidFill>
                <a:srgbClr val="373545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Baked lighting: Μειώνεται </a:t>
            </a:r>
            <a:r>
              <a:rPr lang="en-US"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rendering </a:t>
            </a:r>
            <a:r>
              <a:rPr lang="el-GR"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στο φως</a:t>
            </a: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(GPU)</a:t>
            </a:r>
            <a:endParaRPr sz="1800">
              <a:solidFill>
                <a:srgbClr val="373545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Pause sections: </a:t>
            </a: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Τα </a:t>
            </a:r>
            <a:r>
              <a:rPr lang="en-US"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scripts </a:t>
            </a:r>
            <a:r>
              <a:rPr lang="el-GR"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εκτελούνται μόνο στο </a:t>
            </a:r>
            <a:r>
              <a:rPr lang="en-US"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section </a:t>
            </a:r>
            <a:r>
              <a:rPr lang="el-GR"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που είανι ο πάικτης</a:t>
            </a:r>
            <a:r>
              <a:rPr sz="1800" b="0" i="0" u="none">
                <a:solidFill>
                  <a:srgbClr val="373545"/>
                </a:solidFill>
                <a:latin typeface="Arial"/>
                <a:ea typeface="Arial"/>
                <a:cs typeface="Arial"/>
              </a:rPr>
              <a:t> (CPU)</a:t>
            </a:r>
            <a:endParaRPr sz="1800">
              <a:solidFill>
                <a:srgbClr val="373545"/>
              </a:solidFill>
            </a:endParaRPr>
          </a:p>
        </p:txBody>
      </p:sp>
      <p:pic>
        <p:nvPicPr>
          <p:cNvPr id="679025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295391" y="1941906"/>
            <a:ext cx="2384533" cy="1487093"/>
          </a:xfrm>
          <a:prstGeom prst="rect">
            <a:avLst/>
          </a:prstGeom>
        </p:spPr>
      </p:pic>
      <p:pic>
        <p:nvPicPr>
          <p:cNvPr id="177933652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295391" y="457597"/>
            <a:ext cx="2384533" cy="1388210"/>
          </a:xfrm>
          <a:prstGeom prst="rect">
            <a:avLst/>
          </a:prstGeom>
        </p:spPr>
      </p:pic>
      <p:pic>
        <p:nvPicPr>
          <p:cNvPr id="187316390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295391" y="3715688"/>
            <a:ext cx="2442741" cy="1578547"/>
          </a:xfrm>
          <a:prstGeom prst="rect">
            <a:avLst/>
          </a:prstGeom>
        </p:spPr>
      </p:pic>
      <p:pic>
        <p:nvPicPr>
          <p:cNvPr id="269148114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7660414" y="4504962"/>
            <a:ext cx="1406744" cy="2081408"/>
          </a:xfrm>
          <a:prstGeom prst="rect">
            <a:avLst/>
          </a:prstGeom>
        </p:spPr>
      </p:pic>
      <p:pic>
        <p:nvPicPr>
          <p:cNvPr id="1201753926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7641144" y="2235275"/>
            <a:ext cx="1426015" cy="2061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0845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l-GR" b="1">
                <a:solidFill>
                  <a:schemeClr val="accent2">
                    <a:lumMod val="75000"/>
                  </a:schemeClr>
                </a:solidFill>
              </a:rPr>
              <a:t>Τέλος</a:t>
            </a:r>
            <a:endParaRPr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4237782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/>
              <a:t>Για περισσότερες πληροφορίες υπάρχει το ./</a:t>
            </a:r>
            <a:r>
              <a:rPr lang="en-US"/>
              <a:t>doc/Documentation.pdf</a:t>
            </a:r>
            <a:r>
              <a:rPr lang="el-GR"/>
              <a:t>. Στο </a:t>
            </a:r>
            <a:r>
              <a:rPr lang="en-US"/>
              <a:t>docume</a:t>
            </a:r>
            <a:r>
              <a:rPr lang="en-US"/>
              <a:t>ntation</a:t>
            </a:r>
            <a:r>
              <a:rPr lang="en-US"/>
              <a:t> </a:t>
            </a:r>
            <a:r>
              <a:rPr lang="el-GR"/>
              <a:t>γίνεται ανάλυση της αρχιτεκτονικής που δεν έγινε αναφορά εδώ και επεκτείνει </a:t>
            </a:r>
            <a:r>
              <a:rPr lang="el-GR"/>
              <a:t>τα παραπάνω θέματα που αναφέρθηκαν. Επίσης στο</a:t>
            </a:r>
            <a:r>
              <a:rPr lang="en-US"/>
              <a:t> documentation </a:t>
            </a:r>
            <a:r>
              <a:rPr lang="el-GR"/>
              <a:t>στο Κεφάλαιο 7 υπάρχουν όλες </a:t>
            </a:r>
            <a:r>
              <a:rPr lang="el-GR"/>
              <a:t>οι πηγές που χρησιμοποιήθηκαν σε αυτή την εφαρμογή</a:t>
            </a:r>
            <a:endParaRPr lang="el-GR"/>
          </a:p>
          <a:p>
            <a:pPr marL="0" indent="0">
              <a:buFont typeface="Arial"/>
              <a:buNone/>
              <a:defRPr/>
            </a:pPr>
            <a:endParaRPr lang="el-GR"/>
          </a:p>
          <a:p>
            <a:pPr marL="0" indent="0">
              <a:buFont typeface="Arial"/>
              <a:buNone/>
              <a:defRPr/>
            </a:pPr>
            <a:r>
              <a:rPr lang="el-GR"/>
              <a:t>Βίντεο παρουσίασης εφαρμογής υπάρχει στο παρόν λινκ</a:t>
            </a:r>
            <a:r>
              <a:rPr lang="en-US"/>
              <a:t> </a:t>
            </a:r>
            <a:r>
              <a:rPr lang="en-US" sz="24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</a:rPr>
              <a:t>https://drive.google.com/drive/u/1/folders/1FxsmNV_YcRBZrn2oUXpMP8eTh6Aozw0v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Geometry">
  <a:themeElements>
    <a:clrScheme name="Violet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Theme">
      <a:majorFont>
        <a:latin typeface="Verdana"/>
        <a:ea typeface="Microsoft YaHei"/>
        <a:cs typeface="Tahoma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2012-12-03T06:56:55Z</dcterms:created>
  <dcterms:modified xsi:type="dcterms:W3CDTF">2026-10-04T17:33:10Z</dcterms:modified>
</cp:coreProperties>
</file>